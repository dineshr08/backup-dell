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4241" r:id="rId4"/>
  </p:sldMasterIdLst>
  <p:notesMasterIdLst>
    <p:notesMasterId r:id="rId13"/>
  </p:notesMasterIdLst>
  <p:handoutMasterIdLst>
    <p:handoutMasterId r:id="rId14"/>
  </p:handoutMasterIdLst>
  <p:sldIdLst>
    <p:sldId id="334" r:id="rId5"/>
    <p:sldId id="292" r:id="rId6"/>
    <p:sldId id="555" r:id="rId7"/>
    <p:sldId id="310" r:id="rId8"/>
    <p:sldId id="313" r:id="rId9"/>
    <p:sldId id="558" r:id="rId10"/>
    <p:sldId id="559" r:id="rId11"/>
    <p:sldId id="286" r:id="rId12"/>
  </p:sldIdLst>
  <p:sldSz cx="9144000" cy="5143500" type="screen16x9"/>
  <p:notesSz cx="7010400" cy="9296400"/>
  <p:custDataLst>
    <p:tags r:id="rId15"/>
  </p:custDataLst>
  <p:defaultTextStyle>
    <a:defPPr>
      <a:defRPr lang="en-US"/>
    </a:defPPr>
    <a:lvl1pPr algn="l" rtl="0" fontAlgn="base">
      <a:spcBef>
        <a:spcPct val="0"/>
      </a:spcBef>
      <a:spcAft>
        <a:spcPct val="0"/>
      </a:spcAft>
      <a:defRPr sz="2400" kern="1200">
        <a:solidFill>
          <a:schemeClr val="tx1"/>
        </a:solidFill>
        <a:latin typeface="Arial" charset="0"/>
        <a:ea typeface="+mn-ea"/>
        <a:cs typeface="+mn-cs"/>
      </a:defRPr>
    </a:lvl1pPr>
    <a:lvl2pPr marL="457200" algn="l" rtl="0" fontAlgn="base">
      <a:spcBef>
        <a:spcPct val="0"/>
      </a:spcBef>
      <a:spcAft>
        <a:spcPct val="0"/>
      </a:spcAft>
      <a:defRPr sz="2400" kern="1200">
        <a:solidFill>
          <a:schemeClr val="tx1"/>
        </a:solidFill>
        <a:latin typeface="Arial" charset="0"/>
        <a:ea typeface="+mn-ea"/>
        <a:cs typeface="+mn-cs"/>
      </a:defRPr>
    </a:lvl2pPr>
    <a:lvl3pPr marL="914400" algn="l" rtl="0" fontAlgn="base">
      <a:spcBef>
        <a:spcPct val="0"/>
      </a:spcBef>
      <a:spcAft>
        <a:spcPct val="0"/>
      </a:spcAft>
      <a:defRPr sz="2400" kern="1200">
        <a:solidFill>
          <a:schemeClr val="tx1"/>
        </a:solidFill>
        <a:latin typeface="Arial" charset="0"/>
        <a:ea typeface="+mn-ea"/>
        <a:cs typeface="+mn-cs"/>
      </a:defRPr>
    </a:lvl3pPr>
    <a:lvl4pPr marL="1371600" algn="l" rtl="0" fontAlgn="base">
      <a:spcBef>
        <a:spcPct val="0"/>
      </a:spcBef>
      <a:spcAft>
        <a:spcPct val="0"/>
      </a:spcAft>
      <a:defRPr sz="2400" kern="1200">
        <a:solidFill>
          <a:schemeClr val="tx1"/>
        </a:solidFill>
        <a:latin typeface="Arial" charset="0"/>
        <a:ea typeface="+mn-ea"/>
        <a:cs typeface="+mn-cs"/>
      </a:defRPr>
    </a:lvl4pPr>
    <a:lvl5pPr marL="1828800" algn="l" rtl="0" fontAlgn="base">
      <a:spcBef>
        <a:spcPct val="0"/>
      </a:spcBef>
      <a:spcAft>
        <a:spcPct val="0"/>
      </a:spcAft>
      <a:defRPr sz="2400" kern="1200">
        <a:solidFill>
          <a:schemeClr val="tx1"/>
        </a:solidFill>
        <a:latin typeface="Arial" charset="0"/>
        <a:ea typeface="+mn-ea"/>
        <a:cs typeface="+mn-cs"/>
      </a:defRPr>
    </a:lvl5pPr>
    <a:lvl6pPr marL="2286000" algn="l" defTabSz="914400" rtl="0" eaLnBrk="1" latinLnBrk="0" hangingPunct="1">
      <a:defRPr sz="2400" kern="1200">
        <a:solidFill>
          <a:schemeClr val="tx1"/>
        </a:solidFill>
        <a:latin typeface="Arial" charset="0"/>
        <a:ea typeface="+mn-ea"/>
        <a:cs typeface="+mn-cs"/>
      </a:defRPr>
    </a:lvl6pPr>
    <a:lvl7pPr marL="2743200" algn="l" defTabSz="914400" rtl="0" eaLnBrk="1" latinLnBrk="0" hangingPunct="1">
      <a:defRPr sz="2400" kern="1200">
        <a:solidFill>
          <a:schemeClr val="tx1"/>
        </a:solidFill>
        <a:latin typeface="Arial" charset="0"/>
        <a:ea typeface="+mn-ea"/>
        <a:cs typeface="+mn-cs"/>
      </a:defRPr>
    </a:lvl7pPr>
    <a:lvl8pPr marL="3200400" algn="l" defTabSz="914400" rtl="0" eaLnBrk="1" latinLnBrk="0" hangingPunct="1">
      <a:defRPr sz="2400" kern="1200">
        <a:solidFill>
          <a:schemeClr val="tx1"/>
        </a:solidFill>
        <a:latin typeface="Arial" charset="0"/>
        <a:ea typeface="+mn-ea"/>
        <a:cs typeface="+mn-cs"/>
      </a:defRPr>
    </a:lvl8pPr>
    <a:lvl9pPr marL="3657600" algn="l" defTabSz="914400" rtl="0" eaLnBrk="1" latinLnBrk="0" hangingPunct="1">
      <a:defRPr sz="2400"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3072">
          <p15:clr>
            <a:srgbClr val="A4A3A4"/>
          </p15:clr>
        </p15:guide>
        <p15:guide id="2" pos="5577">
          <p15:clr>
            <a:srgbClr val="A4A3A4"/>
          </p15:clr>
        </p15:guide>
        <p15:guide id="3" pos="180">
          <p15:clr>
            <a:srgbClr val="A4A3A4"/>
          </p15:clr>
        </p15:guide>
        <p15:guide id="4" orient="horz">
          <p15:clr>
            <a:srgbClr val="A4A3A4"/>
          </p15:clr>
        </p15:guide>
        <p15:guide id="5">
          <p15:clr>
            <a:srgbClr val="A4A3A4"/>
          </p15:clr>
        </p15:guide>
      </p15:sldGuideLst>
    </p:ext>
    <p:ext uri="{2D200454-40CA-4A62-9FC3-DE9A4176ACB9}">
      <p15:notesGuideLst xmlns:p15="http://schemas.microsoft.com/office/powerpoint/2012/main">
        <p15:guide id="1" orient="horz" pos="2928">
          <p15:clr>
            <a:srgbClr val="A4A3A4"/>
          </p15:clr>
        </p15:guide>
        <p15:guide id="2" pos="220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loop="1"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AF00"/>
    <a:srgbClr val="6E2585"/>
    <a:srgbClr val="000000"/>
    <a:srgbClr val="444444"/>
    <a:srgbClr val="808080"/>
    <a:srgbClr val="3DC6EF"/>
    <a:srgbClr val="6EA204"/>
    <a:srgbClr val="3D6AE6"/>
    <a:srgbClr val="0085C3"/>
    <a:srgbClr val="AAAAA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712" autoAdjust="0"/>
    <p:restoredTop sz="86348" autoAdjust="0"/>
  </p:normalViewPr>
  <p:slideViewPr>
    <p:cSldViewPr snapToGrid="0">
      <p:cViewPr varScale="1">
        <p:scale>
          <a:sx n="108" d="100"/>
          <a:sy n="108" d="100"/>
        </p:scale>
        <p:origin x="634" y="67"/>
      </p:cViewPr>
      <p:guideLst>
        <p:guide orient="horz" pos="3072"/>
        <p:guide pos="5577"/>
        <p:guide pos="180"/>
        <p:guide orient="horz"/>
        <p:guide/>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snapToGrid="0">
      <p:cViewPr varScale="1">
        <p:scale>
          <a:sx n="56" d="100"/>
          <a:sy n="56" d="100"/>
        </p:scale>
        <p:origin x="2832" y="72"/>
      </p:cViewPr>
      <p:guideLst>
        <p:guide orient="horz" pos="2928"/>
        <p:guide pos="2208"/>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tags" Target="tags/tag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2165" name="Rectangle 5"/>
          <p:cNvSpPr>
            <a:spLocks noGrp="1" noChangeArrowheads="1"/>
          </p:cNvSpPr>
          <p:nvPr>
            <p:ph type="sldNum" sz="quarter" idx="3"/>
          </p:nvPr>
        </p:nvSpPr>
        <p:spPr bwMode="auto">
          <a:xfrm>
            <a:off x="6510918" y="9048205"/>
            <a:ext cx="491516" cy="248194"/>
          </a:xfrm>
          <a:prstGeom prst="rect">
            <a:avLst/>
          </a:prstGeom>
          <a:noFill/>
          <a:ln w="9525">
            <a:noFill/>
            <a:miter lim="800000"/>
            <a:headEnd/>
            <a:tailEnd/>
          </a:ln>
          <a:effectLst/>
        </p:spPr>
        <p:txBody>
          <a:bodyPr vert="horz" wrap="square" lIns="90925" tIns="45464" rIns="90925" bIns="45464" numCol="1" anchor="b" anchorCtr="0" compatLnSpc="1">
            <a:prstTxWarp prst="textNoShape">
              <a:avLst/>
            </a:prstTxWarp>
          </a:bodyPr>
          <a:lstStyle>
            <a:lvl1pPr algn="r" defTabSz="909185" eaLnBrk="0" hangingPunct="0">
              <a:lnSpc>
                <a:spcPct val="100000"/>
              </a:lnSpc>
              <a:spcBef>
                <a:spcPct val="0"/>
              </a:spcBef>
              <a:defRPr sz="1200" b="0">
                <a:latin typeface="Times New Roman" pitchFamily="18" charset="0"/>
              </a:defRPr>
            </a:lvl1pPr>
          </a:lstStyle>
          <a:p>
            <a:pPr>
              <a:defRPr/>
            </a:pPr>
            <a:fld id="{AC8DF440-AC1E-4EB3-BCAA-2AAB8924A793}" type="slidenum">
              <a:rPr lang="en-US" sz="1000">
                <a:latin typeface="Museo Sans For Dell" pitchFamily="2" charset="0"/>
              </a:rPr>
              <a:pPr>
                <a:defRPr/>
              </a:pPr>
              <a:t>‹#›</a:t>
            </a:fld>
            <a:endParaRPr lang="en-US" sz="1000" dirty="0">
              <a:latin typeface="Museo Sans For Dell" pitchFamily="2" charset="0"/>
            </a:endParaRPr>
          </a:p>
        </p:txBody>
      </p:sp>
      <p:sp>
        <p:nvSpPr>
          <p:cNvPr id="2" name="fl" descr="                              Dell - Internal Use - Confidential&#10;"/>
          <p:cNvSpPr txBox="1"/>
          <p:nvPr/>
        </p:nvSpPr>
        <p:spPr>
          <a:xfrm>
            <a:off x="0" y="8973820"/>
            <a:ext cx="7010400" cy="353943"/>
          </a:xfrm>
          <a:prstGeom prst="rect">
            <a:avLst/>
          </a:prstGeom>
          <a:noFill/>
        </p:spPr>
        <p:txBody>
          <a:bodyPr vert="horz" rtlCol="0">
            <a:spAutoFit/>
          </a:bodyPr>
          <a:lstStyle/>
          <a:p>
            <a:r>
              <a:rPr lang="en-US" sz="850" b="1" dirty="0">
                <a:solidFill>
                  <a:srgbClr val="7F7F7F"/>
                </a:solidFill>
                <a:latin typeface="museo sans for dell" panose="02000000000000000000" pitchFamily="2" charset="0"/>
              </a:rPr>
              <a:t>                              Dell - Internal Use - Confidential</a:t>
            </a:r>
          </a:p>
          <a:p>
            <a:endParaRPr lang="en-US" sz="850" b="1" dirty="0">
              <a:solidFill>
                <a:srgbClr val="7F7F7F"/>
              </a:solidFill>
              <a:latin typeface="museo sans for dell" panose="02000000000000000000" pitchFamily="2" charset="0"/>
            </a:endParaRPr>
          </a:p>
        </p:txBody>
      </p:sp>
    </p:spTree>
    <p:extLst>
      <p:ext uri="{BB962C8B-B14F-4D97-AF65-F5344CB8AC3E}">
        <p14:creationId xmlns:p14="http://schemas.microsoft.com/office/powerpoint/2010/main" val="3202683488"/>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628" name="Rectangle 4"/>
          <p:cNvSpPr>
            <a:spLocks noGrp="1" noRot="1" noChangeAspect="1" noChangeArrowheads="1" noTextEdit="1"/>
          </p:cNvSpPr>
          <p:nvPr>
            <p:ph type="sldImg" idx="2"/>
          </p:nvPr>
        </p:nvSpPr>
        <p:spPr bwMode="auto">
          <a:xfrm>
            <a:off x="46038" y="384175"/>
            <a:ext cx="6988175" cy="3932238"/>
          </a:xfrm>
          <a:prstGeom prst="rect">
            <a:avLst/>
          </a:prstGeom>
          <a:noFill/>
          <a:ln w="9525">
            <a:solidFill>
              <a:srgbClr val="000000"/>
            </a:solidFill>
            <a:miter lim="800000"/>
            <a:headEnd/>
            <a:tailEnd/>
          </a:ln>
        </p:spPr>
        <p:txBody>
          <a:bodyPr/>
          <a:lstStyle/>
          <a:p>
            <a:endParaRPr lang="en-US" dirty="0"/>
          </a:p>
        </p:txBody>
      </p:sp>
      <p:sp>
        <p:nvSpPr>
          <p:cNvPr id="71685" name="Rectangle 5"/>
          <p:cNvSpPr>
            <a:spLocks noGrp="1" noChangeArrowheads="1"/>
          </p:cNvSpPr>
          <p:nvPr>
            <p:ph type="body" sz="quarter" idx="3"/>
          </p:nvPr>
        </p:nvSpPr>
        <p:spPr bwMode="auto">
          <a:xfrm>
            <a:off x="695084" y="4514514"/>
            <a:ext cx="5677504" cy="4263791"/>
          </a:xfrm>
          <a:prstGeom prst="rect">
            <a:avLst/>
          </a:prstGeom>
          <a:noFill/>
          <a:ln w="9525">
            <a:noFill/>
            <a:miter lim="800000"/>
            <a:headEnd/>
            <a:tailEnd/>
          </a:ln>
          <a:effectLst/>
        </p:spPr>
        <p:txBody>
          <a:bodyPr vert="horz" wrap="square" lIns="90925" tIns="45464" rIns="90925" bIns="45464" numCol="1" anchor="t" anchorCtr="0" compatLnSpc="1">
            <a:prstTxWarp prst="textNoShape">
              <a:avLst/>
            </a:prstTxWarp>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71687" name="Rectangle 7"/>
          <p:cNvSpPr>
            <a:spLocks noGrp="1" noChangeArrowheads="1"/>
          </p:cNvSpPr>
          <p:nvPr>
            <p:ph type="sldNum" sz="quarter" idx="5"/>
          </p:nvPr>
        </p:nvSpPr>
        <p:spPr bwMode="auto">
          <a:xfrm>
            <a:off x="6332759" y="9086840"/>
            <a:ext cx="669675" cy="213454"/>
          </a:xfrm>
          <a:prstGeom prst="rect">
            <a:avLst/>
          </a:prstGeom>
          <a:noFill/>
          <a:ln w="9525">
            <a:noFill/>
            <a:miter lim="800000"/>
            <a:headEnd/>
            <a:tailEnd/>
          </a:ln>
          <a:effectLst/>
        </p:spPr>
        <p:txBody>
          <a:bodyPr vert="horz" wrap="square" lIns="90925" tIns="45464" rIns="90925" bIns="45464" numCol="1" anchor="b" anchorCtr="0" compatLnSpc="1">
            <a:prstTxWarp prst="textNoShape">
              <a:avLst/>
            </a:prstTxWarp>
          </a:bodyPr>
          <a:lstStyle>
            <a:lvl1pPr algn="r" defTabSz="909185" eaLnBrk="0" hangingPunct="0">
              <a:lnSpc>
                <a:spcPct val="100000"/>
              </a:lnSpc>
              <a:spcBef>
                <a:spcPct val="0"/>
              </a:spcBef>
              <a:defRPr sz="1000" b="0">
                <a:latin typeface="Museo Sans For Dell" pitchFamily="2" charset="0"/>
              </a:defRPr>
            </a:lvl1pPr>
          </a:lstStyle>
          <a:p>
            <a:pPr>
              <a:defRPr/>
            </a:pPr>
            <a:fld id="{FA04BB6B-BEDE-48E4-970F-8DFC0D4B5AE7}" type="slidenum">
              <a:rPr lang="en-US" smtClean="0"/>
              <a:pPr>
                <a:defRPr/>
              </a:pPr>
              <a:t>‹#›</a:t>
            </a:fld>
            <a:endParaRPr lang="en-US" dirty="0"/>
          </a:p>
        </p:txBody>
      </p:sp>
      <p:sp>
        <p:nvSpPr>
          <p:cNvPr id="2" name="fl" descr="                              Dell - Internal Use - Confidential&#10;"/>
          <p:cNvSpPr txBox="1"/>
          <p:nvPr/>
        </p:nvSpPr>
        <p:spPr>
          <a:xfrm>
            <a:off x="0" y="8973820"/>
            <a:ext cx="7010400" cy="353943"/>
          </a:xfrm>
          <a:prstGeom prst="rect">
            <a:avLst/>
          </a:prstGeom>
          <a:noFill/>
        </p:spPr>
        <p:txBody>
          <a:bodyPr vert="horz" rtlCol="0">
            <a:spAutoFit/>
          </a:bodyPr>
          <a:lstStyle/>
          <a:p>
            <a:pPr algn="l"/>
            <a:r>
              <a:rPr lang="en-US" sz="850" b="1" i="0" u="none" baseline="0" dirty="0">
                <a:solidFill>
                  <a:srgbClr val="7F7F7F"/>
                </a:solidFill>
                <a:latin typeface="museo sans for dell" panose="02000000000000000000" pitchFamily="2" charset="0"/>
              </a:rPr>
              <a:t>                              Dell - Internal Use - Confidential</a:t>
            </a:r>
          </a:p>
          <a:p>
            <a:pPr algn="l"/>
            <a:endParaRPr lang="en-US" sz="850" b="1" i="0" u="none" baseline="0" dirty="0">
              <a:solidFill>
                <a:srgbClr val="7F7F7F"/>
              </a:solidFill>
              <a:latin typeface="museo sans for dell" panose="02000000000000000000" pitchFamily="2" charset="0"/>
            </a:endParaRPr>
          </a:p>
        </p:txBody>
      </p:sp>
    </p:spTree>
    <p:extLst>
      <p:ext uri="{BB962C8B-B14F-4D97-AF65-F5344CB8AC3E}">
        <p14:creationId xmlns:p14="http://schemas.microsoft.com/office/powerpoint/2010/main" val="857168872"/>
      </p:ext>
    </p:extLst>
  </p:cSld>
  <p:clrMap bg1="lt1" tx1="dk1" bg2="lt2" tx2="dk2" accent1="accent1" accent2="accent2" accent3="accent3" accent4="accent4" accent5="accent5" accent6="accent6" hlink="hlink" folHlink="folHlink"/>
  <p:hf hdr="0" ftr="0"/>
  <p:notesStyle>
    <a:lvl1pPr algn="l" rtl="0" eaLnBrk="0" fontAlgn="base" hangingPunct="0">
      <a:spcBef>
        <a:spcPct val="30000"/>
      </a:spcBef>
      <a:spcAft>
        <a:spcPct val="0"/>
      </a:spcAft>
      <a:defRPr sz="1200" kern="1200">
        <a:solidFill>
          <a:schemeClr val="tx1"/>
        </a:solidFill>
        <a:latin typeface="Museo Sans For Dell" pitchFamily="2" charset="0"/>
        <a:ea typeface="+mn-ea"/>
        <a:cs typeface="+mn-cs"/>
      </a:defRPr>
    </a:lvl1pPr>
    <a:lvl2pPr marL="457200" algn="l" rtl="0" eaLnBrk="0" fontAlgn="base" hangingPunct="0">
      <a:spcBef>
        <a:spcPct val="30000"/>
      </a:spcBef>
      <a:spcAft>
        <a:spcPct val="0"/>
      </a:spcAft>
      <a:defRPr sz="1200" kern="1200">
        <a:solidFill>
          <a:schemeClr val="tx1"/>
        </a:solidFill>
        <a:latin typeface="Museo Sans For Dell" pitchFamily="2" charset="0"/>
        <a:ea typeface="+mn-ea"/>
        <a:cs typeface="+mn-cs"/>
      </a:defRPr>
    </a:lvl2pPr>
    <a:lvl3pPr marL="914400" algn="l" rtl="0" eaLnBrk="0" fontAlgn="base" hangingPunct="0">
      <a:spcBef>
        <a:spcPct val="30000"/>
      </a:spcBef>
      <a:spcAft>
        <a:spcPct val="0"/>
      </a:spcAft>
      <a:defRPr sz="1200" kern="1200">
        <a:solidFill>
          <a:schemeClr val="tx1"/>
        </a:solidFill>
        <a:latin typeface="Museo Sans For Dell" pitchFamily="2" charset="0"/>
        <a:ea typeface="+mn-ea"/>
        <a:cs typeface="+mn-cs"/>
      </a:defRPr>
    </a:lvl3pPr>
    <a:lvl4pPr marL="1371600" algn="l" rtl="0" eaLnBrk="0" fontAlgn="base" hangingPunct="0">
      <a:spcBef>
        <a:spcPct val="30000"/>
      </a:spcBef>
      <a:spcAft>
        <a:spcPct val="0"/>
      </a:spcAft>
      <a:defRPr sz="1200" kern="1200">
        <a:solidFill>
          <a:schemeClr val="tx1"/>
        </a:solidFill>
        <a:latin typeface="Museo Sans For Dell" pitchFamily="2" charset="0"/>
        <a:ea typeface="+mn-ea"/>
        <a:cs typeface="+mn-cs"/>
      </a:defRPr>
    </a:lvl4pPr>
    <a:lvl5pPr marL="1828800" algn="l" rtl="0" eaLnBrk="0" fontAlgn="base" hangingPunct="0">
      <a:spcBef>
        <a:spcPct val="30000"/>
      </a:spcBef>
      <a:spcAft>
        <a:spcPct val="0"/>
      </a:spcAft>
      <a:defRPr sz="1200" kern="1200">
        <a:solidFill>
          <a:schemeClr val="tx1"/>
        </a:solidFill>
        <a:latin typeface="Museo Sans For Dell" pitchFamily="2"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_Image 1">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60846" cy="5152976"/>
          </a:xfrm>
          <a:prstGeom prst="rect">
            <a:avLst/>
          </a:prstGeom>
        </p:spPr>
      </p:pic>
      <p:sp>
        <p:nvSpPr>
          <p:cNvPr id="9" name="Title Placeholder 21"/>
          <p:cNvSpPr>
            <a:spLocks noGrp="1"/>
          </p:cNvSpPr>
          <p:nvPr>
            <p:ph type="ctrTitle" hasCustomPrompt="1"/>
          </p:nvPr>
        </p:nvSpPr>
        <p:spPr>
          <a:xfrm>
            <a:off x="274319" y="290332"/>
            <a:ext cx="5200791" cy="1661993"/>
          </a:xfrm>
          <a:prstGeom prst="rect">
            <a:avLst/>
          </a:prstGeom>
        </p:spPr>
        <p:txBody>
          <a:bodyPr wrap="square" lIns="0" rIns="0" anchor="b" anchorCtr="0">
            <a:normAutofit/>
          </a:bodyPr>
          <a:lstStyle>
            <a:lvl1pPr algn="l">
              <a:lnSpc>
                <a:spcPct val="100000"/>
              </a:lnSpc>
              <a:spcAft>
                <a:spcPts val="0"/>
              </a:spcAft>
              <a:defRPr sz="5400" b="0" i="0" smtClean="0">
                <a:solidFill>
                  <a:schemeClr val="tx2"/>
                </a:solidFill>
                <a:latin typeface="Arial" panose="020B0604020202020204" pitchFamily="34" charset="0"/>
                <a:ea typeface="Arial" panose="020B0604020202020204" pitchFamily="34" charset="0"/>
                <a:cs typeface="Arial" panose="020B0604020202020204" pitchFamily="34" charset="0"/>
              </a:defRPr>
            </a:lvl1pPr>
          </a:lstStyle>
          <a:p>
            <a:r>
              <a:rPr lang="en-US" dirty="0"/>
              <a:t>Click to edit</a:t>
            </a:r>
            <a:br>
              <a:rPr lang="en-US" dirty="0"/>
            </a:br>
            <a:r>
              <a:rPr lang="en-US" dirty="0"/>
              <a:t>title slide</a:t>
            </a:r>
          </a:p>
        </p:txBody>
      </p:sp>
      <p:sp>
        <p:nvSpPr>
          <p:cNvPr id="8" name="Text Placeholder 12"/>
          <p:cNvSpPr>
            <a:spLocks noGrp="1"/>
          </p:cNvSpPr>
          <p:nvPr>
            <p:ph type="subTitle" idx="1" hasCustomPrompt="1"/>
          </p:nvPr>
        </p:nvSpPr>
        <p:spPr>
          <a:xfrm>
            <a:off x="274320" y="2252133"/>
            <a:ext cx="5200791" cy="307777"/>
          </a:xfrm>
          <a:prstGeom prst="rect">
            <a:avLst/>
          </a:prstGeom>
        </p:spPr>
        <p:txBody>
          <a:bodyPr wrap="square" lIns="0" tIns="0" rIns="0" bIns="0" anchor="t" anchorCtr="0">
            <a:spAutoFit/>
          </a:bodyPr>
          <a:lstStyle>
            <a:lvl1pPr marL="0" indent="0" algn="l">
              <a:buFont typeface="Wingdings" pitchFamily="2" charset="2"/>
              <a:buNone/>
              <a:defRPr sz="2000" b="1" i="0" smtClean="0">
                <a:solidFill>
                  <a:schemeClr val="tx2"/>
                </a:solidFill>
                <a:latin typeface="Arial" panose="020B0604020202020204" pitchFamily="34" charset="0"/>
                <a:ea typeface="Arial" panose="020B0604020202020204" pitchFamily="34" charset="0"/>
                <a:cs typeface="Arial" panose="020B0604020202020204" pitchFamily="34" charset="0"/>
              </a:defRPr>
            </a:lvl1pPr>
          </a:lstStyle>
          <a:p>
            <a:r>
              <a:rPr lang="en-US" dirty="0"/>
              <a:t>Click to edit master subtitle style</a:t>
            </a:r>
          </a:p>
        </p:txBody>
      </p:sp>
      <p:pic>
        <p:nvPicPr>
          <p:cNvPr id="10" name="Picture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080133" y="4374069"/>
            <a:ext cx="1630654" cy="290800"/>
          </a:xfrm>
          <a:prstGeom prst="rect">
            <a:avLst/>
          </a:prstGeom>
        </p:spPr>
      </p:pic>
    </p:spTree>
    <p:extLst>
      <p:ext uri="{BB962C8B-B14F-4D97-AF65-F5344CB8AC3E}">
        <p14:creationId xmlns:p14="http://schemas.microsoft.com/office/powerpoint/2010/main" val="3987587708"/>
      </p:ext>
    </p:extLst>
  </p:cSld>
  <p:clrMapOvr>
    <a:masterClrMapping/>
  </p:clrMapOvr>
  <p:transition spd="med">
    <p:wipe dir="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_Image 2">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60844" cy="5152975"/>
          </a:xfrm>
          <a:prstGeom prst="rect">
            <a:avLst/>
          </a:prstGeom>
        </p:spPr>
      </p:pic>
      <p:sp>
        <p:nvSpPr>
          <p:cNvPr id="9" name="Title Placeholder 21"/>
          <p:cNvSpPr>
            <a:spLocks noGrp="1"/>
          </p:cNvSpPr>
          <p:nvPr>
            <p:ph type="ctrTitle" hasCustomPrompt="1"/>
          </p:nvPr>
        </p:nvSpPr>
        <p:spPr>
          <a:xfrm>
            <a:off x="274320" y="289726"/>
            <a:ext cx="5200791" cy="1661993"/>
          </a:xfrm>
          <a:prstGeom prst="rect">
            <a:avLst/>
          </a:prstGeom>
        </p:spPr>
        <p:txBody>
          <a:bodyPr wrap="square" lIns="0" rIns="0" anchor="b" anchorCtr="0">
            <a:normAutofit/>
          </a:bodyPr>
          <a:lstStyle>
            <a:lvl1pPr>
              <a:defRPr lang="en-US" sz="5400" i="0" dirty="0" smtClean="0">
                <a:solidFill>
                  <a:schemeClr val="tx2"/>
                </a:solidFill>
                <a:latin typeface="Arial" panose="020B0604020202020204" pitchFamily="34" charset="0"/>
                <a:ea typeface="Arial" panose="020B0604020202020204" pitchFamily="34" charset="0"/>
                <a:cs typeface="Arial" panose="020B0604020202020204" pitchFamily="34" charset="0"/>
              </a:defRPr>
            </a:lvl1pPr>
          </a:lstStyle>
          <a:p>
            <a:pPr lvl="0">
              <a:lnSpc>
                <a:spcPct val="100000"/>
              </a:lnSpc>
              <a:spcAft>
                <a:spcPts val="0"/>
              </a:spcAft>
            </a:pPr>
            <a:r>
              <a:rPr lang="en-US" dirty="0"/>
              <a:t>Click to edit</a:t>
            </a:r>
            <a:br>
              <a:rPr lang="en-US" dirty="0"/>
            </a:br>
            <a:r>
              <a:rPr lang="en-US" dirty="0"/>
              <a:t>title slide</a:t>
            </a:r>
          </a:p>
        </p:txBody>
      </p:sp>
      <p:sp>
        <p:nvSpPr>
          <p:cNvPr id="8" name="Text Placeholder 12"/>
          <p:cNvSpPr>
            <a:spLocks noGrp="1"/>
          </p:cNvSpPr>
          <p:nvPr>
            <p:ph type="subTitle" idx="1" hasCustomPrompt="1"/>
          </p:nvPr>
        </p:nvSpPr>
        <p:spPr>
          <a:xfrm>
            <a:off x="274320" y="2252133"/>
            <a:ext cx="5200791" cy="307777"/>
          </a:xfrm>
          <a:prstGeom prst="rect">
            <a:avLst/>
          </a:prstGeom>
        </p:spPr>
        <p:txBody>
          <a:bodyPr wrap="square" lIns="0" tIns="0" rIns="0" bIns="0" anchor="t" anchorCtr="0">
            <a:spAutoFit/>
          </a:bodyPr>
          <a:lstStyle>
            <a:lvl1pPr marL="0" indent="0" algn="l">
              <a:buFont typeface="Wingdings" pitchFamily="2" charset="2"/>
              <a:buNone/>
              <a:defRPr sz="2000" b="1" i="0" smtClean="0">
                <a:solidFill>
                  <a:schemeClr val="tx2"/>
                </a:solidFill>
                <a:latin typeface="Arial" panose="020B0604020202020204" pitchFamily="34" charset="0"/>
                <a:ea typeface="Arial" panose="020B0604020202020204" pitchFamily="34" charset="0"/>
                <a:cs typeface="Arial" panose="020B0604020202020204" pitchFamily="34" charset="0"/>
              </a:defRPr>
            </a:lvl1pPr>
          </a:lstStyle>
          <a:p>
            <a:r>
              <a:rPr lang="en-US" dirty="0"/>
              <a:t>Click to edit master subtitle style</a:t>
            </a:r>
          </a:p>
        </p:txBody>
      </p:sp>
      <p:pic>
        <p:nvPicPr>
          <p:cNvPr id="6" name="Picture 5"/>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080133" y="4374069"/>
            <a:ext cx="1630654" cy="290800"/>
          </a:xfrm>
          <a:prstGeom prst="rect">
            <a:avLst/>
          </a:prstGeom>
        </p:spPr>
      </p:pic>
    </p:spTree>
    <p:extLst>
      <p:ext uri="{BB962C8B-B14F-4D97-AF65-F5344CB8AC3E}">
        <p14:creationId xmlns:p14="http://schemas.microsoft.com/office/powerpoint/2010/main" val="417532562"/>
      </p:ext>
    </p:extLst>
  </p:cSld>
  <p:clrMapOvr>
    <a:masterClrMapping/>
  </p:clrMapOvr>
  <p:transition spd="med">
    <p:wipe dir="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_Image 3">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60844" cy="5152975"/>
          </a:xfrm>
          <a:prstGeom prst="rect">
            <a:avLst/>
          </a:prstGeom>
        </p:spPr>
      </p:pic>
      <p:sp>
        <p:nvSpPr>
          <p:cNvPr id="9" name="Title Placeholder 21"/>
          <p:cNvSpPr>
            <a:spLocks noGrp="1"/>
          </p:cNvSpPr>
          <p:nvPr>
            <p:ph type="ctrTitle" hasCustomPrompt="1"/>
          </p:nvPr>
        </p:nvSpPr>
        <p:spPr>
          <a:xfrm>
            <a:off x="274319" y="288114"/>
            <a:ext cx="5200791" cy="1661993"/>
          </a:xfrm>
          <a:prstGeom prst="rect">
            <a:avLst/>
          </a:prstGeom>
        </p:spPr>
        <p:txBody>
          <a:bodyPr wrap="square" lIns="0" rIns="0" anchor="b" anchorCtr="0">
            <a:normAutofit/>
          </a:bodyPr>
          <a:lstStyle>
            <a:lvl1pPr algn="l">
              <a:lnSpc>
                <a:spcPct val="100000"/>
              </a:lnSpc>
              <a:spcAft>
                <a:spcPts val="0"/>
              </a:spcAft>
              <a:defRPr sz="5400" b="0" i="0" smtClean="0">
                <a:solidFill>
                  <a:schemeClr val="tx2"/>
                </a:solidFill>
                <a:latin typeface="Arial" panose="020B0604020202020204" pitchFamily="34" charset="0"/>
                <a:ea typeface="Arial" panose="020B0604020202020204" pitchFamily="34" charset="0"/>
                <a:cs typeface="Arial" panose="020B0604020202020204" pitchFamily="34" charset="0"/>
              </a:defRPr>
            </a:lvl1pPr>
          </a:lstStyle>
          <a:p>
            <a:r>
              <a:rPr lang="en-US" dirty="0"/>
              <a:t>Click to edit</a:t>
            </a:r>
            <a:br>
              <a:rPr lang="en-US" dirty="0"/>
            </a:br>
            <a:r>
              <a:rPr lang="en-US" dirty="0"/>
              <a:t>title slide</a:t>
            </a:r>
          </a:p>
        </p:txBody>
      </p:sp>
      <p:sp>
        <p:nvSpPr>
          <p:cNvPr id="8" name="Text Placeholder 12"/>
          <p:cNvSpPr>
            <a:spLocks noGrp="1"/>
          </p:cNvSpPr>
          <p:nvPr>
            <p:ph type="subTitle" idx="1" hasCustomPrompt="1"/>
          </p:nvPr>
        </p:nvSpPr>
        <p:spPr>
          <a:xfrm>
            <a:off x="274320" y="2252133"/>
            <a:ext cx="5200791" cy="307777"/>
          </a:xfrm>
          <a:prstGeom prst="rect">
            <a:avLst/>
          </a:prstGeom>
        </p:spPr>
        <p:txBody>
          <a:bodyPr wrap="square" lIns="0" tIns="0" rIns="0" bIns="0" anchor="t" anchorCtr="0">
            <a:spAutoFit/>
          </a:bodyPr>
          <a:lstStyle>
            <a:lvl1pPr marL="0" indent="0" algn="l">
              <a:buFont typeface="Wingdings" pitchFamily="2" charset="2"/>
              <a:buNone/>
              <a:defRPr sz="2000" b="1" i="0" smtClean="0">
                <a:solidFill>
                  <a:schemeClr val="tx2"/>
                </a:solidFill>
                <a:latin typeface="Arial" panose="020B0604020202020204" pitchFamily="34" charset="0"/>
                <a:ea typeface="Arial" panose="020B0604020202020204" pitchFamily="34" charset="0"/>
                <a:cs typeface="Arial" panose="020B0604020202020204" pitchFamily="34" charset="0"/>
              </a:defRPr>
            </a:lvl1pPr>
          </a:lstStyle>
          <a:p>
            <a:r>
              <a:rPr lang="en-US" dirty="0"/>
              <a:t>Click to edit master subtitle style</a:t>
            </a:r>
          </a:p>
        </p:txBody>
      </p:sp>
      <p:pic>
        <p:nvPicPr>
          <p:cNvPr id="6" name="Picture 5"/>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080133" y="4374069"/>
            <a:ext cx="1630654" cy="290800"/>
          </a:xfrm>
          <a:prstGeom prst="rect">
            <a:avLst/>
          </a:prstGeom>
        </p:spPr>
      </p:pic>
    </p:spTree>
    <p:extLst>
      <p:ext uri="{BB962C8B-B14F-4D97-AF65-F5344CB8AC3E}">
        <p14:creationId xmlns:p14="http://schemas.microsoft.com/office/powerpoint/2010/main" val="1282294959"/>
      </p:ext>
    </p:extLst>
  </p:cSld>
  <p:clrMapOvr>
    <a:masterClrMapping/>
  </p:clrMapOvr>
  <p:transition spd="med">
    <p:wipe dir="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slide_Black">
    <p:spTree>
      <p:nvGrpSpPr>
        <p:cNvPr id="1" name=""/>
        <p:cNvGrpSpPr/>
        <p:nvPr/>
      </p:nvGrpSpPr>
      <p:grpSpPr>
        <a:xfrm>
          <a:off x="0" y="0"/>
          <a:ext cx="0" cy="0"/>
          <a:chOff x="0" y="0"/>
          <a:chExt cx="0" cy="0"/>
        </a:xfrm>
      </p:grpSpPr>
      <p:sp>
        <p:nvSpPr>
          <p:cNvPr id="2" name="Rectangle 1"/>
          <p:cNvSpPr/>
          <p:nvPr userDrawn="1"/>
        </p:nvSpPr>
        <p:spPr>
          <a:xfrm>
            <a:off x="0" y="0"/>
            <a:ext cx="9144000" cy="5150644"/>
          </a:xfrm>
          <a:prstGeom prst="rect">
            <a:avLst/>
          </a:prstGeom>
          <a:solidFill>
            <a:schemeClr val="bg2"/>
          </a:solidFill>
          <a:effectLst/>
        </p:spPr>
        <p:txBody>
          <a:bodyPr wrap="square" lIns="182880" tIns="137160" rIns="137160" bIns="137160" rtlCol="0" anchor="ctr">
            <a:noAutofit/>
          </a:bodyPr>
          <a:lstStyle/>
          <a:p>
            <a:pPr algn="ctr">
              <a:lnSpc>
                <a:spcPct val="90000"/>
              </a:lnSpc>
              <a:spcBef>
                <a:spcPts val="600"/>
              </a:spcBef>
              <a:spcAft>
                <a:spcPts val="0"/>
              </a:spcAft>
            </a:pPr>
            <a:endParaRPr lang="en-US" sz="2000" dirty="0">
              <a:solidFill>
                <a:schemeClr val="bg2"/>
              </a:solidFill>
              <a:latin typeface="+mn-lt"/>
            </a:endParaRPr>
          </a:p>
        </p:txBody>
      </p:sp>
      <p:sp>
        <p:nvSpPr>
          <p:cNvPr id="361476" name="Title Placeholder 21"/>
          <p:cNvSpPr>
            <a:spLocks noGrp="1"/>
          </p:cNvSpPr>
          <p:nvPr>
            <p:ph type="ctrTitle" hasCustomPrompt="1"/>
          </p:nvPr>
        </p:nvSpPr>
        <p:spPr>
          <a:xfrm>
            <a:off x="274320" y="289291"/>
            <a:ext cx="5200791" cy="1661993"/>
          </a:xfrm>
          <a:prstGeom prst="rect">
            <a:avLst/>
          </a:prstGeom>
        </p:spPr>
        <p:txBody>
          <a:bodyPr wrap="square" lIns="0" rIns="0" anchor="b" anchorCtr="0">
            <a:normAutofit/>
          </a:bodyPr>
          <a:lstStyle>
            <a:lvl1pPr algn="l">
              <a:lnSpc>
                <a:spcPct val="100000"/>
              </a:lnSpc>
              <a:spcAft>
                <a:spcPts val="0"/>
              </a:spcAft>
              <a:defRPr sz="5400" b="0" i="0" smtClean="0">
                <a:solidFill>
                  <a:schemeClr val="tx2"/>
                </a:solidFill>
                <a:latin typeface="Arial" panose="020B0604020202020204" pitchFamily="34" charset="0"/>
                <a:ea typeface="Arial" panose="020B0604020202020204" pitchFamily="34" charset="0"/>
                <a:cs typeface="Arial" panose="020B0604020202020204" pitchFamily="34" charset="0"/>
              </a:defRPr>
            </a:lvl1pPr>
          </a:lstStyle>
          <a:p>
            <a:r>
              <a:rPr lang="en-US" dirty="0"/>
              <a:t>Click to edit</a:t>
            </a:r>
            <a:br>
              <a:rPr lang="en-US" dirty="0"/>
            </a:br>
            <a:r>
              <a:rPr lang="en-US" dirty="0"/>
              <a:t>title slide</a:t>
            </a:r>
          </a:p>
        </p:txBody>
      </p:sp>
      <p:sp>
        <p:nvSpPr>
          <p:cNvPr id="361477" name="Text Placeholder 12"/>
          <p:cNvSpPr>
            <a:spLocks noGrp="1"/>
          </p:cNvSpPr>
          <p:nvPr>
            <p:ph type="subTitle" idx="1" hasCustomPrompt="1"/>
          </p:nvPr>
        </p:nvSpPr>
        <p:spPr>
          <a:xfrm>
            <a:off x="274320" y="2252133"/>
            <a:ext cx="5200791" cy="307777"/>
          </a:xfrm>
          <a:prstGeom prst="rect">
            <a:avLst/>
          </a:prstGeom>
        </p:spPr>
        <p:txBody>
          <a:bodyPr wrap="square" lIns="0" tIns="0" rIns="0" bIns="0" anchor="t" anchorCtr="0">
            <a:spAutoFit/>
          </a:bodyPr>
          <a:lstStyle>
            <a:lvl1pPr marL="0" indent="0" algn="l">
              <a:buFont typeface="Wingdings" pitchFamily="2" charset="2"/>
              <a:buNone/>
              <a:defRPr sz="2000" b="1" i="0" smtClean="0">
                <a:solidFill>
                  <a:schemeClr val="tx2"/>
                </a:solidFill>
                <a:latin typeface="Arial" panose="020B0604020202020204" pitchFamily="34" charset="0"/>
                <a:ea typeface="Arial" panose="020B0604020202020204" pitchFamily="34" charset="0"/>
                <a:cs typeface="Arial" panose="020B0604020202020204" pitchFamily="34" charset="0"/>
              </a:defRPr>
            </a:lvl1pPr>
          </a:lstStyle>
          <a:p>
            <a:r>
              <a:rPr lang="en-US" dirty="0"/>
              <a:t>Click to edit master subtitle style</a:t>
            </a:r>
          </a:p>
        </p:txBody>
      </p:sp>
      <p:pic>
        <p:nvPicPr>
          <p:cNvPr id="6" name="Picture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080133" y="4374069"/>
            <a:ext cx="1630654" cy="290800"/>
          </a:xfrm>
          <a:prstGeom prst="rect">
            <a:avLst/>
          </a:prstGeom>
        </p:spPr>
      </p:pic>
    </p:spTree>
    <p:extLst>
      <p:ext uri="{BB962C8B-B14F-4D97-AF65-F5344CB8AC3E}">
        <p14:creationId xmlns:p14="http://schemas.microsoft.com/office/powerpoint/2010/main" val="2539566763"/>
      </p:ext>
    </p:extLst>
  </p:cSld>
  <p:clrMapOvr>
    <a:masterClrMapping/>
  </p:clrMapOvr>
  <p:transition spd="med">
    <p:wipe dir="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Title slide_Carbon">
    <p:spTree>
      <p:nvGrpSpPr>
        <p:cNvPr id="1" name=""/>
        <p:cNvGrpSpPr/>
        <p:nvPr/>
      </p:nvGrpSpPr>
      <p:grpSpPr>
        <a:xfrm>
          <a:off x="0" y="0"/>
          <a:ext cx="0" cy="0"/>
          <a:chOff x="0" y="0"/>
          <a:chExt cx="0" cy="0"/>
        </a:xfrm>
      </p:grpSpPr>
      <p:sp>
        <p:nvSpPr>
          <p:cNvPr id="2" name="Rectangle 1"/>
          <p:cNvSpPr/>
          <p:nvPr userDrawn="1"/>
        </p:nvSpPr>
        <p:spPr>
          <a:xfrm>
            <a:off x="0" y="0"/>
            <a:ext cx="9144000" cy="5150644"/>
          </a:xfrm>
          <a:prstGeom prst="rect">
            <a:avLst/>
          </a:prstGeom>
          <a:solidFill>
            <a:schemeClr val="tx1"/>
          </a:solidFill>
          <a:effectLst/>
        </p:spPr>
        <p:txBody>
          <a:bodyPr wrap="square" lIns="182880" tIns="137160" rIns="137160" bIns="137160" rtlCol="0" anchor="ctr">
            <a:noAutofit/>
          </a:bodyPr>
          <a:lstStyle/>
          <a:p>
            <a:pPr algn="ctr">
              <a:lnSpc>
                <a:spcPct val="90000"/>
              </a:lnSpc>
              <a:spcBef>
                <a:spcPts val="600"/>
              </a:spcBef>
              <a:spcAft>
                <a:spcPts val="0"/>
              </a:spcAft>
            </a:pPr>
            <a:endParaRPr lang="en-US" sz="2000" dirty="0">
              <a:solidFill>
                <a:schemeClr val="bg2"/>
              </a:solidFill>
              <a:latin typeface="+mn-lt"/>
            </a:endParaRPr>
          </a:p>
        </p:txBody>
      </p:sp>
      <p:sp>
        <p:nvSpPr>
          <p:cNvPr id="361476" name="Title Placeholder 21"/>
          <p:cNvSpPr>
            <a:spLocks noGrp="1"/>
          </p:cNvSpPr>
          <p:nvPr>
            <p:ph type="ctrTitle" hasCustomPrompt="1"/>
          </p:nvPr>
        </p:nvSpPr>
        <p:spPr>
          <a:xfrm>
            <a:off x="274320" y="294162"/>
            <a:ext cx="5200791" cy="1661993"/>
          </a:xfrm>
          <a:prstGeom prst="rect">
            <a:avLst/>
          </a:prstGeom>
        </p:spPr>
        <p:txBody>
          <a:bodyPr wrap="square" lIns="0" rIns="0" anchor="b" anchorCtr="0">
            <a:normAutofit/>
          </a:bodyPr>
          <a:lstStyle>
            <a:lvl1pPr algn="l">
              <a:lnSpc>
                <a:spcPct val="100000"/>
              </a:lnSpc>
              <a:spcAft>
                <a:spcPts val="0"/>
              </a:spcAft>
              <a:defRPr sz="5400" b="0" i="0" smtClean="0">
                <a:solidFill>
                  <a:schemeClr val="tx2"/>
                </a:solidFill>
                <a:latin typeface="Arial" panose="020B0604020202020204" pitchFamily="34" charset="0"/>
                <a:ea typeface="Arial" panose="020B0604020202020204" pitchFamily="34" charset="0"/>
                <a:cs typeface="Arial" panose="020B0604020202020204" pitchFamily="34" charset="0"/>
              </a:defRPr>
            </a:lvl1pPr>
          </a:lstStyle>
          <a:p>
            <a:r>
              <a:rPr lang="en-US" dirty="0"/>
              <a:t>Click to edit</a:t>
            </a:r>
            <a:br>
              <a:rPr lang="en-US" dirty="0"/>
            </a:br>
            <a:r>
              <a:rPr lang="en-US" dirty="0"/>
              <a:t>title slide</a:t>
            </a:r>
          </a:p>
        </p:txBody>
      </p:sp>
      <p:sp>
        <p:nvSpPr>
          <p:cNvPr id="361477" name="Text Placeholder 12"/>
          <p:cNvSpPr>
            <a:spLocks noGrp="1"/>
          </p:cNvSpPr>
          <p:nvPr>
            <p:ph type="subTitle" idx="1" hasCustomPrompt="1"/>
          </p:nvPr>
        </p:nvSpPr>
        <p:spPr>
          <a:xfrm>
            <a:off x="274320" y="2252133"/>
            <a:ext cx="5200791" cy="307777"/>
          </a:xfrm>
          <a:prstGeom prst="rect">
            <a:avLst/>
          </a:prstGeom>
        </p:spPr>
        <p:txBody>
          <a:bodyPr wrap="square" lIns="0" tIns="0" rIns="0" bIns="0" anchor="t" anchorCtr="0">
            <a:spAutoFit/>
          </a:bodyPr>
          <a:lstStyle>
            <a:lvl1pPr marL="0" indent="0" algn="l">
              <a:buFont typeface="Wingdings" pitchFamily="2" charset="2"/>
              <a:buNone/>
              <a:defRPr sz="2000" b="1" i="0" smtClean="0">
                <a:solidFill>
                  <a:schemeClr val="tx2"/>
                </a:solidFill>
                <a:latin typeface="Arial" panose="020B0604020202020204" pitchFamily="34" charset="0"/>
                <a:ea typeface="Arial" panose="020B0604020202020204" pitchFamily="34" charset="0"/>
                <a:cs typeface="Arial" panose="020B0604020202020204" pitchFamily="34" charset="0"/>
              </a:defRPr>
            </a:lvl1pPr>
          </a:lstStyle>
          <a:p>
            <a:r>
              <a:rPr lang="en-US" dirty="0"/>
              <a:t>Click to edit master subtitle style</a:t>
            </a:r>
          </a:p>
        </p:txBody>
      </p:sp>
      <p:pic>
        <p:nvPicPr>
          <p:cNvPr id="6" name="Picture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080133" y="4374069"/>
            <a:ext cx="1630654" cy="290800"/>
          </a:xfrm>
          <a:prstGeom prst="rect">
            <a:avLst/>
          </a:prstGeom>
        </p:spPr>
      </p:pic>
    </p:spTree>
    <p:extLst>
      <p:ext uri="{BB962C8B-B14F-4D97-AF65-F5344CB8AC3E}">
        <p14:creationId xmlns:p14="http://schemas.microsoft.com/office/powerpoint/2010/main" val="270118694"/>
      </p:ext>
    </p:extLst>
  </p:cSld>
  <p:clrMapOvr>
    <a:masterClrMapping/>
  </p:clrMapOvr>
  <p:transition spd="med">
    <p:wipe dir="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Title slide_Blue">
    <p:bg>
      <p:bgPr>
        <a:solidFill>
          <a:schemeClr val="bg1"/>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50644"/>
          </a:xfrm>
          <a:prstGeom prst="rect">
            <a:avLst/>
          </a:prstGeom>
          <a:solidFill>
            <a:schemeClr val="bg1"/>
          </a:solidFill>
          <a:effectLst/>
        </p:spPr>
        <p:txBody>
          <a:bodyPr wrap="square" lIns="182880" tIns="137160" rIns="137160" bIns="137160" rtlCol="0" anchor="ctr">
            <a:noAutofit/>
          </a:bodyPr>
          <a:lstStyle/>
          <a:p>
            <a:pPr algn="ctr">
              <a:lnSpc>
                <a:spcPct val="90000"/>
              </a:lnSpc>
              <a:spcBef>
                <a:spcPts val="600"/>
              </a:spcBef>
              <a:spcAft>
                <a:spcPts val="0"/>
              </a:spcAft>
            </a:pPr>
            <a:endParaRPr lang="en-US" sz="2000" dirty="0">
              <a:solidFill>
                <a:schemeClr val="bg2"/>
              </a:solidFill>
              <a:latin typeface="+mn-lt"/>
            </a:endParaRPr>
          </a:p>
        </p:txBody>
      </p:sp>
      <p:sp>
        <p:nvSpPr>
          <p:cNvPr id="361476" name="Title Placeholder 21"/>
          <p:cNvSpPr>
            <a:spLocks noGrp="1"/>
          </p:cNvSpPr>
          <p:nvPr>
            <p:ph type="ctrTitle" hasCustomPrompt="1"/>
          </p:nvPr>
        </p:nvSpPr>
        <p:spPr>
          <a:xfrm>
            <a:off x="274320" y="294162"/>
            <a:ext cx="5200791" cy="1661993"/>
          </a:xfrm>
          <a:prstGeom prst="rect">
            <a:avLst/>
          </a:prstGeom>
        </p:spPr>
        <p:txBody>
          <a:bodyPr wrap="square" lIns="0" rIns="0" anchor="b" anchorCtr="0">
            <a:normAutofit/>
          </a:bodyPr>
          <a:lstStyle>
            <a:lvl1pPr algn="l">
              <a:lnSpc>
                <a:spcPct val="100000"/>
              </a:lnSpc>
              <a:spcAft>
                <a:spcPts val="0"/>
              </a:spcAft>
              <a:defRPr sz="5400" b="0" i="0" smtClean="0">
                <a:solidFill>
                  <a:schemeClr val="tx2"/>
                </a:solidFill>
                <a:latin typeface="Arial" panose="020B0604020202020204" pitchFamily="34" charset="0"/>
                <a:ea typeface="Arial" panose="020B0604020202020204" pitchFamily="34" charset="0"/>
                <a:cs typeface="Arial" panose="020B0604020202020204" pitchFamily="34" charset="0"/>
              </a:defRPr>
            </a:lvl1pPr>
          </a:lstStyle>
          <a:p>
            <a:r>
              <a:rPr lang="en-US" dirty="0"/>
              <a:t>Click to edit</a:t>
            </a:r>
            <a:br>
              <a:rPr lang="en-US" dirty="0"/>
            </a:br>
            <a:r>
              <a:rPr lang="en-US" dirty="0"/>
              <a:t>title slide</a:t>
            </a:r>
          </a:p>
        </p:txBody>
      </p:sp>
      <p:sp>
        <p:nvSpPr>
          <p:cNvPr id="361477" name="Text Placeholder 12"/>
          <p:cNvSpPr>
            <a:spLocks noGrp="1"/>
          </p:cNvSpPr>
          <p:nvPr>
            <p:ph type="subTitle" idx="1" hasCustomPrompt="1"/>
          </p:nvPr>
        </p:nvSpPr>
        <p:spPr>
          <a:xfrm>
            <a:off x="274320" y="2252133"/>
            <a:ext cx="5200791" cy="307777"/>
          </a:xfrm>
          <a:prstGeom prst="rect">
            <a:avLst/>
          </a:prstGeom>
        </p:spPr>
        <p:txBody>
          <a:bodyPr wrap="square" lIns="0" tIns="0" rIns="0" bIns="0" anchor="t" anchorCtr="0">
            <a:spAutoFit/>
          </a:bodyPr>
          <a:lstStyle>
            <a:lvl1pPr marL="0" indent="0" algn="l">
              <a:buFont typeface="Wingdings" pitchFamily="2" charset="2"/>
              <a:buNone/>
              <a:defRPr sz="2000" b="1" i="0" smtClean="0">
                <a:solidFill>
                  <a:schemeClr val="tx2"/>
                </a:solidFill>
                <a:latin typeface="Arial" panose="020B0604020202020204" pitchFamily="34" charset="0"/>
                <a:ea typeface="Arial" panose="020B0604020202020204" pitchFamily="34" charset="0"/>
                <a:cs typeface="Arial" panose="020B0604020202020204" pitchFamily="34" charset="0"/>
              </a:defRPr>
            </a:lvl1pPr>
          </a:lstStyle>
          <a:p>
            <a:r>
              <a:rPr lang="en-US" dirty="0"/>
              <a:t>Click to edit master subtitle style</a:t>
            </a:r>
          </a:p>
        </p:txBody>
      </p:sp>
      <p:pic>
        <p:nvPicPr>
          <p:cNvPr id="6" name="Picture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080133" y="4374069"/>
            <a:ext cx="1630654" cy="290800"/>
          </a:xfrm>
          <a:prstGeom prst="rect">
            <a:avLst/>
          </a:prstGeom>
        </p:spPr>
      </p:pic>
    </p:spTree>
    <p:extLst>
      <p:ext uri="{BB962C8B-B14F-4D97-AF65-F5344CB8AC3E}">
        <p14:creationId xmlns:p14="http://schemas.microsoft.com/office/powerpoint/2010/main" val="888849704"/>
      </p:ext>
    </p:extLst>
  </p:cSld>
  <p:clrMapOvr>
    <a:masterClrMapping/>
  </p:clrMapOvr>
  <p:transition spd="med">
    <p:wipe dir="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_Body copy">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318" y="264629"/>
            <a:ext cx="7955280" cy="640080"/>
          </a:xfrm>
          <a:prstGeom prst="rect">
            <a:avLst/>
          </a:prstGeom>
        </p:spPr>
        <p:txBody>
          <a:bodyPr lIns="0" rIns="0"/>
          <a:lstStyle>
            <a:lvl1pPr>
              <a:defRPr baseline="0">
                <a:latin typeface="Arial" panose="020B0604020202020204" pitchFamily="34" charset="0"/>
                <a:cs typeface="Arial" panose="020B0604020202020204" pitchFamily="34" charset="0"/>
              </a:defRPr>
            </a:lvl1pPr>
          </a:lstStyle>
          <a:p>
            <a:r>
              <a:rPr lang="en-US" dirty="0"/>
              <a:t>Click to edit content page title</a:t>
            </a:r>
          </a:p>
        </p:txBody>
      </p:sp>
      <p:sp>
        <p:nvSpPr>
          <p:cNvPr id="6" name="Content Placeholder 2"/>
          <p:cNvSpPr>
            <a:spLocks noGrp="1"/>
          </p:cNvSpPr>
          <p:nvPr>
            <p:ph sz="half" idx="1" hasCustomPrompt="1"/>
          </p:nvPr>
        </p:nvSpPr>
        <p:spPr>
          <a:xfrm>
            <a:off x="274319" y="1280160"/>
            <a:ext cx="7955279" cy="3200400"/>
          </a:xfrm>
          <a:prstGeom prst="rect">
            <a:avLst/>
          </a:prstGeom>
        </p:spPr>
        <p:txBody>
          <a:bodyPr wrap="square" lIns="0" tIns="0" rIns="0" bIns="0">
            <a:normAutofit/>
          </a:bodyPr>
          <a:lstStyle>
            <a:lvl1pPr marL="0" indent="0">
              <a:lnSpc>
                <a:spcPct val="100000"/>
              </a:lnSpc>
              <a:spcBef>
                <a:spcPts val="1200"/>
              </a:spcBef>
              <a:spcAft>
                <a:spcPts val="0"/>
              </a:spcAft>
              <a:buClr>
                <a:srgbClr val="AAAAAA"/>
              </a:buClr>
              <a:buFont typeface="Arial" pitchFamily="34" charset="0"/>
              <a:buNone/>
              <a:defRPr sz="1400">
                <a:solidFill>
                  <a:srgbClr val="000000"/>
                </a:solidFill>
                <a:latin typeface="Arial" panose="020B0604020202020204" pitchFamily="34" charset="0"/>
                <a:cs typeface="Arial" panose="020B0604020202020204" pitchFamily="34" charset="0"/>
              </a:defRPr>
            </a:lvl1pPr>
            <a:lvl2pPr marL="573088" indent="-231775">
              <a:lnSpc>
                <a:spcPct val="100000"/>
              </a:lnSpc>
              <a:spcBef>
                <a:spcPts val="300"/>
              </a:spcBef>
              <a:spcAft>
                <a:spcPts val="0"/>
              </a:spcAft>
              <a:buClr>
                <a:srgbClr val="AAAAAA"/>
              </a:buClr>
              <a:buFont typeface="Museo Sans For Dell" pitchFamily="2" charset="0"/>
              <a:buChar char="–"/>
              <a:defRPr sz="1200">
                <a:solidFill>
                  <a:schemeClr val="bg2"/>
                </a:solidFill>
                <a:latin typeface="Museo Sans For Dell" pitchFamily="2" charset="0"/>
              </a:defRPr>
            </a:lvl2pPr>
            <a:lvl3pPr>
              <a:lnSpc>
                <a:spcPct val="100000"/>
              </a:lnSpc>
              <a:spcBef>
                <a:spcPts val="300"/>
              </a:spcBef>
              <a:spcAft>
                <a:spcPts val="0"/>
              </a:spcAft>
              <a:buClr>
                <a:srgbClr val="AAAAAA"/>
              </a:buClr>
              <a:defRPr sz="1000">
                <a:solidFill>
                  <a:schemeClr val="bg2"/>
                </a:solidFill>
                <a:latin typeface="Museo Sans For Dell" pitchFamily="2" charset="0"/>
              </a:defRPr>
            </a:lvl3pPr>
            <a:lvl4pPr>
              <a:spcBef>
                <a:spcPts val="300"/>
              </a:spcBef>
              <a:spcAft>
                <a:spcPts val="0"/>
              </a:spcAft>
              <a:buClr>
                <a:srgbClr val="AAAAAA"/>
              </a:buClr>
              <a:defRPr sz="1000" baseline="0">
                <a:solidFill>
                  <a:schemeClr val="bg2"/>
                </a:solidFill>
                <a:latin typeface="Museo Sans For Dell" pitchFamily="2" charset="0"/>
              </a:defRPr>
            </a:lvl4pPr>
            <a:lvl5pPr>
              <a:spcBef>
                <a:spcPts val="300"/>
              </a:spcBef>
              <a:spcAft>
                <a:spcPts val="0"/>
              </a:spcAft>
              <a:buClr>
                <a:srgbClr val="AAAAAA"/>
              </a:buClr>
              <a:defRPr sz="1200">
                <a:solidFill>
                  <a:schemeClr val="tx1"/>
                </a:solidFill>
                <a:latin typeface="Museo Sans For Dell" pitchFamily="2" charset="0"/>
              </a:defRPr>
            </a:lvl5pPr>
            <a:lvl6pPr>
              <a:defRPr sz="1800"/>
            </a:lvl6pPr>
            <a:lvl7pPr>
              <a:defRPr sz="1800"/>
            </a:lvl7pPr>
            <a:lvl8pPr>
              <a:defRPr sz="1800"/>
            </a:lvl8pPr>
            <a:lvl9pPr>
              <a:defRPr sz="1800"/>
            </a:lvl9pPr>
          </a:lstStyle>
          <a:p>
            <a:pPr lvl="0"/>
            <a:r>
              <a:rPr lang="en-US" dirty="0"/>
              <a:t>Click to edit text</a:t>
            </a:r>
          </a:p>
        </p:txBody>
      </p:sp>
    </p:spTree>
    <p:extLst>
      <p:ext uri="{BB962C8B-B14F-4D97-AF65-F5344CB8AC3E}">
        <p14:creationId xmlns:p14="http://schemas.microsoft.com/office/powerpoint/2010/main" val="2175678912"/>
      </p:ext>
    </p:extLst>
  </p:cSld>
  <p:clrMapOvr>
    <a:masterClrMapping/>
  </p:clrMapOvr>
  <p:transition spd="med">
    <p:wipe dir="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_Bulleted body copy">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319" y="265272"/>
            <a:ext cx="7955280" cy="640080"/>
          </a:xfrm>
          <a:prstGeom prst="rect">
            <a:avLst/>
          </a:prstGeom>
        </p:spPr>
        <p:txBody>
          <a:bodyPr lIns="0" rIns="0"/>
          <a:lstStyle>
            <a:lvl1pPr>
              <a:defRPr baseline="0">
                <a:latin typeface="Arial" panose="020B0604020202020204" pitchFamily="34" charset="0"/>
                <a:cs typeface="Arial" panose="020B0604020202020204" pitchFamily="34" charset="0"/>
              </a:defRPr>
            </a:lvl1pPr>
          </a:lstStyle>
          <a:p>
            <a:r>
              <a:rPr lang="en-US" dirty="0"/>
              <a:t>Click to edit content page title</a:t>
            </a:r>
          </a:p>
        </p:txBody>
      </p:sp>
      <p:sp>
        <p:nvSpPr>
          <p:cNvPr id="6" name="Content Placeholder 2"/>
          <p:cNvSpPr>
            <a:spLocks noGrp="1"/>
          </p:cNvSpPr>
          <p:nvPr>
            <p:ph sz="half" idx="1" hasCustomPrompt="1"/>
          </p:nvPr>
        </p:nvSpPr>
        <p:spPr>
          <a:xfrm>
            <a:off x="274319" y="1280160"/>
            <a:ext cx="7955279" cy="3200400"/>
          </a:xfrm>
          <a:prstGeom prst="rect">
            <a:avLst/>
          </a:prstGeom>
        </p:spPr>
        <p:txBody>
          <a:bodyPr wrap="square" lIns="0" tIns="0" rIns="0" bIns="0">
            <a:normAutofit/>
          </a:bodyPr>
          <a:lstStyle>
            <a:lvl1pPr>
              <a:lnSpc>
                <a:spcPct val="100000"/>
              </a:lnSpc>
              <a:spcBef>
                <a:spcPts val="1200"/>
              </a:spcBef>
              <a:spcAft>
                <a:spcPts val="0"/>
              </a:spcAft>
              <a:buClr>
                <a:srgbClr val="AAAAAA"/>
              </a:buClr>
              <a:buFont typeface="Arial" pitchFamily="34" charset="0"/>
              <a:buChar char="•"/>
              <a:defRPr sz="1400">
                <a:solidFill>
                  <a:srgbClr val="000000"/>
                </a:solidFill>
                <a:latin typeface="Arial" panose="020B0604020202020204" pitchFamily="34" charset="0"/>
                <a:cs typeface="Arial" panose="020B0604020202020204" pitchFamily="34" charset="0"/>
              </a:defRPr>
            </a:lvl1pPr>
            <a:lvl2pPr marL="573088" indent="-231775">
              <a:lnSpc>
                <a:spcPct val="100000"/>
              </a:lnSpc>
              <a:spcBef>
                <a:spcPts val="300"/>
              </a:spcBef>
              <a:spcAft>
                <a:spcPts val="0"/>
              </a:spcAft>
              <a:buClr>
                <a:srgbClr val="AAAAAA"/>
              </a:buClr>
              <a:buFont typeface="Museo Sans For Dell" pitchFamily="2" charset="0"/>
              <a:buChar char="–"/>
              <a:defRPr sz="1200">
                <a:solidFill>
                  <a:srgbClr val="000000"/>
                </a:solidFill>
                <a:latin typeface="Arial" panose="020B0604020202020204" pitchFamily="34" charset="0"/>
                <a:cs typeface="Arial" panose="020B0604020202020204" pitchFamily="34" charset="0"/>
              </a:defRPr>
            </a:lvl2pPr>
            <a:lvl3pPr>
              <a:lnSpc>
                <a:spcPct val="100000"/>
              </a:lnSpc>
              <a:spcBef>
                <a:spcPts val="300"/>
              </a:spcBef>
              <a:spcAft>
                <a:spcPts val="0"/>
              </a:spcAft>
              <a:buClr>
                <a:srgbClr val="AAAAAA"/>
              </a:buClr>
              <a:defRPr sz="1000">
                <a:solidFill>
                  <a:srgbClr val="000000"/>
                </a:solidFill>
                <a:latin typeface="Arial" panose="020B0604020202020204" pitchFamily="34" charset="0"/>
                <a:cs typeface="Arial" panose="020B0604020202020204" pitchFamily="34" charset="0"/>
              </a:defRPr>
            </a:lvl3pPr>
            <a:lvl4pPr>
              <a:spcBef>
                <a:spcPts val="300"/>
              </a:spcBef>
              <a:spcAft>
                <a:spcPts val="0"/>
              </a:spcAft>
              <a:buClr>
                <a:srgbClr val="AAAAAA"/>
              </a:buClr>
              <a:defRPr sz="1000" baseline="0">
                <a:solidFill>
                  <a:schemeClr val="bg2"/>
                </a:solidFill>
                <a:latin typeface="Museo Sans For Dell" pitchFamily="2" charset="0"/>
              </a:defRPr>
            </a:lvl4pPr>
            <a:lvl5pPr>
              <a:spcBef>
                <a:spcPts val="300"/>
              </a:spcBef>
              <a:spcAft>
                <a:spcPts val="0"/>
              </a:spcAft>
              <a:buClr>
                <a:srgbClr val="AAAAAA"/>
              </a:buClr>
              <a:defRPr sz="1200">
                <a:solidFill>
                  <a:schemeClr val="tx1"/>
                </a:solidFill>
                <a:latin typeface="Museo Sans For Dell" pitchFamily="2" charset="0"/>
              </a:defRPr>
            </a:lvl5pPr>
            <a:lvl6pPr>
              <a:defRPr sz="1800"/>
            </a:lvl6pPr>
            <a:lvl7pPr>
              <a:defRPr sz="1800"/>
            </a:lvl7pPr>
            <a:lvl8pPr>
              <a:defRPr sz="1800"/>
            </a:lvl8pPr>
            <a:lvl9pPr>
              <a:defRPr sz="1800"/>
            </a:lvl9pPr>
          </a:lstStyle>
          <a:p>
            <a:pPr lvl="0"/>
            <a:r>
              <a:rPr lang="en-US" dirty="0"/>
              <a:t>Click to edit text</a:t>
            </a:r>
          </a:p>
          <a:p>
            <a:pPr lvl="1"/>
            <a:r>
              <a:rPr lang="en-US" dirty="0"/>
              <a:t>Second level</a:t>
            </a:r>
          </a:p>
          <a:p>
            <a:pPr lvl="2"/>
            <a:r>
              <a:rPr lang="en-US" dirty="0"/>
              <a:t>Third level</a:t>
            </a:r>
          </a:p>
        </p:txBody>
      </p:sp>
    </p:spTree>
    <p:extLst>
      <p:ext uri="{BB962C8B-B14F-4D97-AF65-F5344CB8AC3E}">
        <p14:creationId xmlns:p14="http://schemas.microsoft.com/office/powerpoint/2010/main" val="1078062111"/>
      </p:ext>
    </p:extLst>
  </p:cSld>
  <p:clrMapOvr>
    <a:masterClrMapping/>
  </p:clrMapOvr>
  <p:transition spd="med">
    <p:wipe dir="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with subhead">
    <p:spTree>
      <p:nvGrpSpPr>
        <p:cNvPr id="1" name=""/>
        <p:cNvGrpSpPr/>
        <p:nvPr/>
      </p:nvGrpSpPr>
      <p:grpSpPr>
        <a:xfrm>
          <a:off x="0" y="0"/>
          <a:ext cx="0" cy="0"/>
          <a:chOff x="0" y="0"/>
          <a:chExt cx="0" cy="0"/>
        </a:xfrm>
      </p:grpSpPr>
      <p:sp>
        <p:nvSpPr>
          <p:cNvPr id="8" name="Text Placeholder 7"/>
          <p:cNvSpPr>
            <a:spLocks noGrp="1"/>
          </p:cNvSpPr>
          <p:nvPr>
            <p:ph type="body" sz="quarter" idx="10" hasCustomPrompt="1"/>
          </p:nvPr>
        </p:nvSpPr>
        <p:spPr>
          <a:xfrm>
            <a:off x="274319" y="1097280"/>
            <a:ext cx="7955280" cy="238842"/>
          </a:xfrm>
          <a:prstGeom prst="rect">
            <a:avLst/>
          </a:prstGeom>
        </p:spPr>
        <p:txBody>
          <a:bodyPr lIns="0" tIns="0" rIns="0" bIns="0"/>
          <a:lstStyle>
            <a:lvl1pPr marL="0" indent="0">
              <a:buNone/>
              <a:defRPr b="1">
                <a:solidFill>
                  <a:srgbClr val="000000"/>
                </a:solidFill>
                <a:latin typeface="Arial" panose="020B0604020202020204" pitchFamily="34" charset="0"/>
                <a:cs typeface="Arial" panose="020B0604020202020204" pitchFamily="34" charset="0"/>
              </a:defRPr>
            </a:lvl1pPr>
          </a:lstStyle>
          <a:p>
            <a:pPr lvl="0"/>
            <a:r>
              <a:rPr lang="en-US" dirty="0"/>
              <a:t>Subhead</a:t>
            </a:r>
          </a:p>
        </p:txBody>
      </p:sp>
      <p:sp>
        <p:nvSpPr>
          <p:cNvPr id="2" name="Title 1"/>
          <p:cNvSpPr>
            <a:spLocks noGrp="1"/>
          </p:cNvSpPr>
          <p:nvPr>
            <p:ph type="title" hasCustomPrompt="1"/>
          </p:nvPr>
        </p:nvSpPr>
        <p:spPr>
          <a:xfrm>
            <a:off x="274319" y="265271"/>
            <a:ext cx="7955280" cy="640080"/>
          </a:xfrm>
          <a:prstGeom prst="rect">
            <a:avLst/>
          </a:prstGeom>
        </p:spPr>
        <p:txBody>
          <a:bodyPr lIns="0" rIns="0">
            <a:normAutofit/>
          </a:bodyPr>
          <a:lstStyle>
            <a:lvl1pPr>
              <a:defRPr baseline="0">
                <a:latin typeface="Arial" panose="020B0604020202020204" pitchFamily="34" charset="0"/>
                <a:cs typeface="Arial" panose="020B0604020202020204" pitchFamily="34" charset="0"/>
              </a:defRPr>
            </a:lvl1pPr>
          </a:lstStyle>
          <a:p>
            <a:r>
              <a:rPr lang="en-US" dirty="0"/>
              <a:t>Click to edit content page title </a:t>
            </a:r>
          </a:p>
        </p:txBody>
      </p:sp>
      <p:sp>
        <p:nvSpPr>
          <p:cNvPr id="6" name="Content Placeholder 2"/>
          <p:cNvSpPr>
            <a:spLocks noGrp="1"/>
          </p:cNvSpPr>
          <p:nvPr>
            <p:ph sz="half" idx="1" hasCustomPrompt="1"/>
          </p:nvPr>
        </p:nvSpPr>
        <p:spPr>
          <a:xfrm>
            <a:off x="274320" y="1554480"/>
            <a:ext cx="7955280" cy="3017520"/>
          </a:xfrm>
          <a:prstGeom prst="rect">
            <a:avLst/>
          </a:prstGeom>
        </p:spPr>
        <p:txBody>
          <a:bodyPr wrap="square" lIns="0" tIns="0" rIns="0" bIns="0">
            <a:normAutofit/>
          </a:bodyPr>
          <a:lstStyle>
            <a:lvl1pPr>
              <a:lnSpc>
                <a:spcPct val="100000"/>
              </a:lnSpc>
              <a:spcBef>
                <a:spcPts val="1200"/>
              </a:spcBef>
              <a:spcAft>
                <a:spcPts val="0"/>
              </a:spcAft>
              <a:buClr>
                <a:srgbClr val="AAAAAA"/>
              </a:buClr>
              <a:buFont typeface="Arial" pitchFamily="34" charset="0"/>
              <a:buChar char="•"/>
              <a:defRPr sz="1400">
                <a:solidFill>
                  <a:srgbClr val="000000"/>
                </a:solidFill>
                <a:latin typeface="Arial" panose="020B0604020202020204" pitchFamily="34" charset="0"/>
                <a:cs typeface="Arial" panose="020B0604020202020204" pitchFamily="34" charset="0"/>
              </a:defRPr>
            </a:lvl1pPr>
            <a:lvl2pPr marL="573088" indent="-231775">
              <a:lnSpc>
                <a:spcPct val="100000"/>
              </a:lnSpc>
              <a:spcBef>
                <a:spcPts val="300"/>
              </a:spcBef>
              <a:spcAft>
                <a:spcPts val="0"/>
              </a:spcAft>
              <a:buClr>
                <a:srgbClr val="AAAAAA"/>
              </a:buClr>
              <a:buFont typeface="Museo Sans For Dell" pitchFamily="2" charset="0"/>
              <a:buChar char="–"/>
              <a:defRPr sz="1200">
                <a:solidFill>
                  <a:srgbClr val="000000"/>
                </a:solidFill>
                <a:latin typeface="Arial" panose="020B0604020202020204" pitchFamily="34" charset="0"/>
                <a:cs typeface="Arial" panose="020B0604020202020204" pitchFamily="34" charset="0"/>
              </a:defRPr>
            </a:lvl2pPr>
            <a:lvl3pPr>
              <a:lnSpc>
                <a:spcPct val="100000"/>
              </a:lnSpc>
              <a:spcBef>
                <a:spcPts val="300"/>
              </a:spcBef>
              <a:spcAft>
                <a:spcPts val="0"/>
              </a:spcAft>
              <a:buClr>
                <a:srgbClr val="AAAAAA"/>
              </a:buClr>
              <a:defRPr sz="1000">
                <a:solidFill>
                  <a:srgbClr val="000000"/>
                </a:solidFill>
                <a:latin typeface="Arial" panose="020B0604020202020204" pitchFamily="34" charset="0"/>
                <a:cs typeface="Arial" panose="020B0604020202020204" pitchFamily="34" charset="0"/>
              </a:defRPr>
            </a:lvl3pPr>
            <a:lvl4pPr>
              <a:spcBef>
                <a:spcPts val="300"/>
              </a:spcBef>
              <a:spcAft>
                <a:spcPts val="0"/>
              </a:spcAft>
              <a:buClr>
                <a:srgbClr val="AAAAAA"/>
              </a:buClr>
              <a:defRPr sz="1000" baseline="0">
                <a:solidFill>
                  <a:schemeClr val="bg2"/>
                </a:solidFill>
                <a:latin typeface="Museo Sans For Dell" pitchFamily="2" charset="0"/>
              </a:defRPr>
            </a:lvl4pPr>
            <a:lvl5pPr>
              <a:spcBef>
                <a:spcPts val="300"/>
              </a:spcBef>
              <a:spcAft>
                <a:spcPts val="0"/>
              </a:spcAft>
              <a:buClr>
                <a:srgbClr val="AAAAAA"/>
              </a:buClr>
              <a:defRPr sz="1200">
                <a:solidFill>
                  <a:schemeClr val="tx1"/>
                </a:solidFill>
                <a:latin typeface="Museo Sans For Dell" pitchFamily="2" charset="0"/>
              </a:defRPr>
            </a:lvl5pPr>
            <a:lvl6pPr>
              <a:defRPr sz="1800"/>
            </a:lvl6pPr>
            <a:lvl7pPr>
              <a:defRPr sz="1800"/>
            </a:lvl7pPr>
            <a:lvl8pPr>
              <a:defRPr sz="1800"/>
            </a:lvl8pPr>
            <a:lvl9pPr>
              <a:defRPr sz="1800"/>
            </a:lvl9pPr>
          </a:lstStyle>
          <a:p>
            <a:pPr lvl="0"/>
            <a:r>
              <a:rPr lang="en-US" dirty="0"/>
              <a:t>Click to edit text</a:t>
            </a:r>
          </a:p>
          <a:p>
            <a:pPr lvl="1"/>
            <a:r>
              <a:rPr lang="en-US" dirty="0"/>
              <a:t>Second level</a:t>
            </a:r>
          </a:p>
          <a:p>
            <a:pPr lvl="2"/>
            <a:r>
              <a:rPr lang="en-US" dirty="0"/>
              <a:t>Third level</a:t>
            </a:r>
          </a:p>
        </p:txBody>
      </p:sp>
    </p:spTree>
    <p:extLst>
      <p:ext uri="{BB962C8B-B14F-4D97-AF65-F5344CB8AC3E}">
        <p14:creationId xmlns:p14="http://schemas.microsoft.com/office/powerpoint/2010/main" val="2254111004"/>
      </p:ext>
    </p:extLst>
  </p:cSld>
  <p:clrMapOvr>
    <a:masterClrMapping/>
  </p:clrMapOvr>
  <p:transition spd="med">
    <p:wipe dir="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two column ">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319" y="265272"/>
            <a:ext cx="7955280" cy="640080"/>
          </a:xfrm>
          <a:prstGeom prst="rect">
            <a:avLst/>
          </a:prstGeom>
        </p:spPr>
        <p:txBody>
          <a:bodyPr lIns="0" rIns="0"/>
          <a:lstStyle>
            <a:lvl1pPr>
              <a:defRPr>
                <a:latin typeface="Arial" panose="020B0604020202020204" pitchFamily="34" charset="0"/>
                <a:cs typeface="Arial" panose="020B0604020202020204" pitchFamily="34" charset="0"/>
              </a:defRPr>
            </a:lvl1pPr>
          </a:lstStyle>
          <a:p>
            <a:r>
              <a:rPr lang="en-US" dirty="0"/>
              <a:t>Click to edit content page title </a:t>
            </a:r>
          </a:p>
        </p:txBody>
      </p:sp>
      <p:sp>
        <p:nvSpPr>
          <p:cNvPr id="6" name="Content Placeholder 2"/>
          <p:cNvSpPr>
            <a:spLocks noGrp="1"/>
          </p:cNvSpPr>
          <p:nvPr>
            <p:ph sz="half" idx="13" hasCustomPrompt="1"/>
          </p:nvPr>
        </p:nvSpPr>
        <p:spPr>
          <a:xfrm>
            <a:off x="274320" y="1280160"/>
            <a:ext cx="3840480" cy="3200400"/>
          </a:xfrm>
          <a:prstGeom prst="rect">
            <a:avLst/>
          </a:prstGeom>
        </p:spPr>
        <p:txBody>
          <a:bodyPr wrap="square" lIns="0" tIns="0" rIns="0" bIns="0">
            <a:normAutofit/>
          </a:bodyPr>
          <a:lstStyle>
            <a:lvl1pPr>
              <a:lnSpc>
                <a:spcPct val="100000"/>
              </a:lnSpc>
              <a:spcBef>
                <a:spcPts val="1200"/>
              </a:spcBef>
              <a:spcAft>
                <a:spcPts val="0"/>
              </a:spcAft>
              <a:buClr>
                <a:srgbClr val="AAAAAA"/>
              </a:buClr>
              <a:defRPr sz="1400" b="0">
                <a:solidFill>
                  <a:srgbClr val="000000"/>
                </a:solidFill>
                <a:latin typeface="Arial" panose="020B0604020202020204" pitchFamily="34" charset="0"/>
                <a:cs typeface="Arial" panose="020B0604020202020204" pitchFamily="34" charset="0"/>
              </a:defRPr>
            </a:lvl1pPr>
            <a:lvl2pPr marL="574675" indent="-231775">
              <a:lnSpc>
                <a:spcPct val="100000"/>
              </a:lnSpc>
              <a:spcBef>
                <a:spcPts val="300"/>
              </a:spcBef>
              <a:spcAft>
                <a:spcPts val="0"/>
              </a:spcAft>
              <a:buClr>
                <a:srgbClr val="AAAAAA"/>
              </a:buClr>
              <a:defRPr sz="1200" b="0">
                <a:solidFill>
                  <a:srgbClr val="000000"/>
                </a:solidFill>
                <a:latin typeface="Arial" panose="020B0604020202020204" pitchFamily="34" charset="0"/>
                <a:cs typeface="Arial" panose="020B0604020202020204" pitchFamily="34" charset="0"/>
              </a:defRPr>
            </a:lvl2pPr>
            <a:lvl3pPr>
              <a:lnSpc>
                <a:spcPct val="100000"/>
              </a:lnSpc>
              <a:spcBef>
                <a:spcPts val="300"/>
              </a:spcBef>
              <a:spcAft>
                <a:spcPts val="0"/>
              </a:spcAft>
              <a:buClr>
                <a:srgbClr val="AAAAAA"/>
              </a:buClr>
              <a:defRPr sz="1000" b="0">
                <a:solidFill>
                  <a:srgbClr val="000000"/>
                </a:solidFill>
                <a:latin typeface="Arial" panose="020B0604020202020204" pitchFamily="34" charset="0"/>
                <a:cs typeface="Arial" panose="020B0604020202020204" pitchFamily="34" charset="0"/>
              </a:defRPr>
            </a:lvl3pPr>
            <a:lvl4pPr>
              <a:defRPr sz="1800" b="0">
                <a:solidFill>
                  <a:schemeClr val="bg2"/>
                </a:solidFill>
                <a:latin typeface="Museo Sans For Dell" pitchFamily="2" charset="0"/>
              </a:defRPr>
            </a:lvl4pPr>
            <a:lvl5pPr>
              <a:defRPr sz="1800" b="0">
                <a:solidFill>
                  <a:schemeClr val="bg2"/>
                </a:solidFill>
                <a:latin typeface="Museo Sans For Dell" pitchFamily="2" charset="0"/>
              </a:defRPr>
            </a:lvl5pPr>
            <a:lvl6pPr>
              <a:defRPr sz="1800"/>
            </a:lvl6pPr>
            <a:lvl7pPr>
              <a:defRPr sz="1800"/>
            </a:lvl7pPr>
            <a:lvl8pPr>
              <a:defRPr sz="1800"/>
            </a:lvl8pPr>
            <a:lvl9pPr>
              <a:defRPr sz="1800"/>
            </a:lvl9pPr>
          </a:lstStyle>
          <a:p>
            <a:pPr lvl="0"/>
            <a:r>
              <a:rPr lang="en-US" dirty="0"/>
              <a:t>Click to edit text</a:t>
            </a:r>
          </a:p>
          <a:p>
            <a:pPr lvl="1"/>
            <a:r>
              <a:rPr lang="en-US" dirty="0"/>
              <a:t>Second level</a:t>
            </a:r>
          </a:p>
          <a:p>
            <a:pPr lvl="2"/>
            <a:r>
              <a:rPr lang="en-US" dirty="0"/>
              <a:t>Third level</a:t>
            </a:r>
          </a:p>
        </p:txBody>
      </p:sp>
      <p:sp>
        <p:nvSpPr>
          <p:cNvPr id="7" name="Content Placeholder 2"/>
          <p:cNvSpPr>
            <a:spLocks noGrp="1"/>
          </p:cNvSpPr>
          <p:nvPr>
            <p:ph sz="half" idx="14" hasCustomPrompt="1"/>
          </p:nvPr>
        </p:nvSpPr>
        <p:spPr>
          <a:xfrm>
            <a:off x="4389120" y="1280160"/>
            <a:ext cx="3840480" cy="3200400"/>
          </a:xfrm>
          <a:prstGeom prst="rect">
            <a:avLst/>
          </a:prstGeom>
        </p:spPr>
        <p:txBody>
          <a:bodyPr wrap="square" lIns="0" tIns="0" rIns="0" bIns="0">
            <a:normAutofit/>
          </a:bodyPr>
          <a:lstStyle>
            <a:lvl1pPr>
              <a:lnSpc>
                <a:spcPct val="100000"/>
              </a:lnSpc>
              <a:spcBef>
                <a:spcPts val="1200"/>
              </a:spcBef>
              <a:spcAft>
                <a:spcPts val="0"/>
              </a:spcAft>
              <a:buClr>
                <a:srgbClr val="AAAAAA"/>
              </a:buClr>
              <a:defRPr sz="1400" b="0">
                <a:solidFill>
                  <a:srgbClr val="000000"/>
                </a:solidFill>
                <a:latin typeface="Arial" panose="020B0604020202020204" pitchFamily="34" charset="0"/>
                <a:cs typeface="Arial" panose="020B0604020202020204" pitchFamily="34" charset="0"/>
              </a:defRPr>
            </a:lvl1pPr>
            <a:lvl2pPr marL="574675" indent="-231775">
              <a:lnSpc>
                <a:spcPct val="100000"/>
              </a:lnSpc>
              <a:spcBef>
                <a:spcPts val="300"/>
              </a:spcBef>
              <a:spcAft>
                <a:spcPts val="0"/>
              </a:spcAft>
              <a:buClr>
                <a:srgbClr val="AAAAAA"/>
              </a:buClr>
              <a:defRPr sz="1200" b="0">
                <a:solidFill>
                  <a:srgbClr val="000000"/>
                </a:solidFill>
                <a:latin typeface="Arial" panose="020B0604020202020204" pitchFamily="34" charset="0"/>
                <a:cs typeface="Arial" panose="020B0604020202020204" pitchFamily="34" charset="0"/>
              </a:defRPr>
            </a:lvl2pPr>
            <a:lvl3pPr>
              <a:lnSpc>
                <a:spcPct val="100000"/>
              </a:lnSpc>
              <a:spcBef>
                <a:spcPts val="300"/>
              </a:spcBef>
              <a:spcAft>
                <a:spcPts val="0"/>
              </a:spcAft>
              <a:buClr>
                <a:srgbClr val="AAAAAA"/>
              </a:buClr>
              <a:defRPr sz="1000" b="0">
                <a:solidFill>
                  <a:srgbClr val="000000"/>
                </a:solidFill>
                <a:latin typeface="Arial" panose="020B0604020202020204" pitchFamily="34" charset="0"/>
                <a:cs typeface="Arial" panose="020B0604020202020204" pitchFamily="34" charset="0"/>
              </a:defRPr>
            </a:lvl3pPr>
            <a:lvl4pPr>
              <a:defRPr sz="1800" b="0">
                <a:solidFill>
                  <a:schemeClr val="bg2"/>
                </a:solidFill>
                <a:latin typeface="Museo Sans For Dell" pitchFamily="2" charset="0"/>
              </a:defRPr>
            </a:lvl4pPr>
            <a:lvl5pPr>
              <a:defRPr sz="1800" b="0">
                <a:solidFill>
                  <a:schemeClr val="bg2"/>
                </a:solidFill>
                <a:latin typeface="Museo Sans For Dell" pitchFamily="2" charset="0"/>
              </a:defRPr>
            </a:lvl5pPr>
            <a:lvl6pPr>
              <a:defRPr sz="1800"/>
            </a:lvl6pPr>
            <a:lvl7pPr>
              <a:defRPr sz="1800"/>
            </a:lvl7pPr>
            <a:lvl8pPr>
              <a:defRPr sz="1800"/>
            </a:lvl8pPr>
            <a:lvl9pPr>
              <a:defRPr sz="1800"/>
            </a:lvl9pPr>
          </a:lstStyle>
          <a:p>
            <a:pPr lvl="0"/>
            <a:r>
              <a:rPr lang="en-US" dirty="0"/>
              <a:t>Click to edit text</a:t>
            </a:r>
          </a:p>
          <a:p>
            <a:pPr lvl="1"/>
            <a:r>
              <a:rPr lang="en-US" dirty="0"/>
              <a:t>Second level</a:t>
            </a:r>
          </a:p>
          <a:p>
            <a:pPr lvl="2"/>
            <a:r>
              <a:rPr lang="en-US" dirty="0"/>
              <a:t>Third level</a:t>
            </a:r>
          </a:p>
        </p:txBody>
      </p:sp>
    </p:spTree>
    <p:extLst>
      <p:ext uri="{BB962C8B-B14F-4D97-AF65-F5344CB8AC3E}">
        <p14:creationId xmlns:p14="http://schemas.microsoft.com/office/powerpoint/2010/main" val="1024378676"/>
      </p:ext>
    </p:extLst>
  </p:cSld>
  <p:clrMapOvr>
    <a:masterClrMapping/>
  </p:clrMapOvr>
  <p:transition spd="med">
    <p:wipe dir="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left margin ">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276781" y="267705"/>
            <a:ext cx="4285279" cy="640080"/>
          </a:xfrm>
          <a:prstGeom prst="rect">
            <a:avLst/>
          </a:prstGeom>
        </p:spPr>
        <p:txBody>
          <a:bodyPr lIns="0" rIns="0"/>
          <a:lstStyle>
            <a:lvl1pPr>
              <a:defRPr>
                <a:latin typeface="Arial" panose="020B0604020202020204" pitchFamily="34" charset="0"/>
                <a:cs typeface="Arial" panose="020B0604020202020204" pitchFamily="34" charset="0"/>
              </a:defRPr>
            </a:lvl1pPr>
          </a:lstStyle>
          <a:p>
            <a:r>
              <a:rPr lang="en-US" dirty="0"/>
              <a:t>Click to edit content page title</a:t>
            </a:r>
          </a:p>
        </p:txBody>
      </p:sp>
      <p:sp>
        <p:nvSpPr>
          <p:cNvPr id="8" name="Content Placeholder 2"/>
          <p:cNvSpPr>
            <a:spLocks noGrp="1"/>
          </p:cNvSpPr>
          <p:nvPr>
            <p:ph sz="half" idx="13" hasCustomPrompt="1"/>
          </p:nvPr>
        </p:nvSpPr>
        <p:spPr>
          <a:xfrm>
            <a:off x="274320" y="1280160"/>
            <a:ext cx="4283860" cy="3200400"/>
          </a:xfrm>
          <a:prstGeom prst="rect">
            <a:avLst/>
          </a:prstGeom>
        </p:spPr>
        <p:txBody>
          <a:bodyPr wrap="square" lIns="0" tIns="0" rIns="0" bIns="0">
            <a:normAutofit/>
          </a:bodyPr>
          <a:lstStyle>
            <a:lvl1pPr>
              <a:lnSpc>
                <a:spcPct val="100000"/>
              </a:lnSpc>
              <a:spcBef>
                <a:spcPts val="1200"/>
              </a:spcBef>
              <a:spcAft>
                <a:spcPts val="0"/>
              </a:spcAft>
              <a:buClr>
                <a:srgbClr val="AAAAAA"/>
              </a:buClr>
              <a:defRPr sz="1400" b="0">
                <a:solidFill>
                  <a:srgbClr val="000000"/>
                </a:solidFill>
                <a:latin typeface="Arial" panose="020B0604020202020204" pitchFamily="34" charset="0"/>
                <a:cs typeface="Arial" panose="020B0604020202020204" pitchFamily="34" charset="0"/>
              </a:defRPr>
            </a:lvl1pPr>
            <a:lvl2pPr marL="574675" indent="-231775">
              <a:lnSpc>
                <a:spcPct val="100000"/>
              </a:lnSpc>
              <a:spcBef>
                <a:spcPts val="300"/>
              </a:spcBef>
              <a:spcAft>
                <a:spcPts val="0"/>
              </a:spcAft>
              <a:buClr>
                <a:srgbClr val="AAAAAA"/>
              </a:buClr>
              <a:defRPr sz="1200" b="0">
                <a:solidFill>
                  <a:srgbClr val="000000"/>
                </a:solidFill>
                <a:latin typeface="Arial" panose="020B0604020202020204" pitchFamily="34" charset="0"/>
                <a:cs typeface="Arial" panose="020B0604020202020204" pitchFamily="34" charset="0"/>
              </a:defRPr>
            </a:lvl2pPr>
            <a:lvl3pPr>
              <a:lnSpc>
                <a:spcPct val="100000"/>
              </a:lnSpc>
              <a:spcBef>
                <a:spcPts val="300"/>
              </a:spcBef>
              <a:spcAft>
                <a:spcPts val="0"/>
              </a:spcAft>
              <a:buClr>
                <a:srgbClr val="AAAAAA"/>
              </a:buClr>
              <a:defRPr sz="1000" b="0">
                <a:solidFill>
                  <a:srgbClr val="000000"/>
                </a:solidFill>
                <a:latin typeface="Arial" panose="020B0604020202020204" pitchFamily="34" charset="0"/>
                <a:cs typeface="Arial" panose="020B0604020202020204" pitchFamily="34" charset="0"/>
              </a:defRPr>
            </a:lvl3pPr>
            <a:lvl4pPr>
              <a:defRPr sz="1000" b="0">
                <a:solidFill>
                  <a:schemeClr val="bg2"/>
                </a:solidFill>
                <a:latin typeface="Museo Sans For Dell" pitchFamily="2" charset="0"/>
              </a:defRPr>
            </a:lvl4pPr>
            <a:lvl5pPr>
              <a:defRPr sz="1800" b="0">
                <a:solidFill>
                  <a:schemeClr val="bg2"/>
                </a:solidFill>
                <a:latin typeface="Museo Sans For Dell" pitchFamily="2" charset="0"/>
              </a:defRPr>
            </a:lvl5pPr>
            <a:lvl6pPr>
              <a:defRPr sz="1800"/>
            </a:lvl6pPr>
            <a:lvl7pPr>
              <a:defRPr sz="1800"/>
            </a:lvl7pPr>
            <a:lvl8pPr>
              <a:defRPr sz="1800"/>
            </a:lvl8pPr>
            <a:lvl9pPr>
              <a:defRPr sz="1800"/>
            </a:lvl9pPr>
          </a:lstStyle>
          <a:p>
            <a:pPr lvl="0"/>
            <a:r>
              <a:rPr lang="en-US" dirty="0"/>
              <a:t>Click to edit text</a:t>
            </a:r>
          </a:p>
          <a:p>
            <a:pPr lvl="1"/>
            <a:r>
              <a:rPr lang="en-US" dirty="0"/>
              <a:t>Second level</a:t>
            </a:r>
          </a:p>
          <a:p>
            <a:pPr lvl="2"/>
            <a:r>
              <a:rPr lang="en-US" dirty="0"/>
              <a:t>Third level</a:t>
            </a:r>
          </a:p>
        </p:txBody>
      </p:sp>
    </p:spTree>
    <p:extLst>
      <p:ext uri="{BB962C8B-B14F-4D97-AF65-F5344CB8AC3E}">
        <p14:creationId xmlns:p14="http://schemas.microsoft.com/office/powerpoint/2010/main" val="1424754075"/>
      </p:ext>
    </p:extLst>
  </p:cSld>
  <p:clrMapOvr>
    <a:masterClrMapping/>
  </p:clrMapOvr>
  <p:transition spd="med">
    <p:wipe dir="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left margin with subhead">
    <p:spTree>
      <p:nvGrpSpPr>
        <p:cNvPr id="1" name=""/>
        <p:cNvGrpSpPr/>
        <p:nvPr/>
      </p:nvGrpSpPr>
      <p:grpSpPr>
        <a:xfrm>
          <a:off x="0" y="0"/>
          <a:ext cx="0" cy="0"/>
          <a:chOff x="0" y="0"/>
          <a:chExt cx="0" cy="0"/>
        </a:xfrm>
      </p:grpSpPr>
      <p:sp>
        <p:nvSpPr>
          <p:cNvPr id="4" name="Title 1"/>
          <p:cNvSpPr>
            <a:spLocks noGrp="1"/>
          </p:cNvSpPr>
          <p:nvPr>
            <p:ph type="title" hasCustomPrompt="1"/>
          </p:nvPr>
        </p:nvSpPr>
        <p:spPr>
          <a:xfrm>
            <a:off x="274320" y="267706"/>
            <a:ext cx="4865304" cy="486332"/>
          </a:xfrm>
          <a:prstGeom prst="rect">
            <a:avLst/>
          </a:prstGeom>
        </p:spPr>
        <p:txBody>
          <a:bodyPr lIns="0" rIns="0"/>
          <a:lstStyle>
            <a:lvl1pPr>
              <a:defRPr baseline="0">
                <a:latin typeface="Arial" panose="020B0604020202020204" pitchFamily="34" charset="0"/>
                <a:cs typeface="Arial" panose="020B0604020202020204" pitchFamily="34" charset="0"/>
              </a:defRPr>
            </a:lvl1pPr>
          </a:lstStyle>
          <a:p>
            <a:r>
              <a:rPr lang="en-US" dirty="0"/>
              <a:t>Click to edit content page title</a:t>
            </a:r>
          </a:p>
        </p:txBody>
      </p:sp>
      <p:sp>
        <p:nvSpPr>
          <p:cNvPr id="6" name="Content Placeholder 2"/>
          <p:cNvSpPr>
            <a:spLocks noGrp="1"/>
          </p:cNvSpPr>
          <p:nvPr>
            <p:ph sz="half" idx="1" hasCustomPrompt="1"/>
          </p:nvPr>
        </p:nvSpPr>
        <p:spPr>
          <a:xfrm>
            <a:off x="274320" y="1280160"/>
            <a:ext cx="4297680" cy="3200400"/>
          </a:xfrm>
          <a:prstGeom prst="rect">
            <a:avLst/>
          </a:prstGeom>
        </p:spPr>
        <p:txBody>
          <a:bodyPr wrap="square" lIns="0" tIns="0" rIns="0" bIns="0">
            <a:normAutofit/>
          </a:bodyPr>
          <a:lstStyle>
            <a:lvl1pPr>
              <a:lnSpc>
                <a:spcPct val="100000"/>
              </a:lnSpc>
              <a:spcBef>
                <a:spcPts val="1200"/>
              </a:spcBef>
              <a:spcAft>
                <a:spcPts val="0"/>
              </a:spcAft>
              <a:buClr>
                <a:srgbClr val="AAAAAA"/>
              </a:buClr>
              <a:buFont typeface="Arial" pitchFamily="34" charset="0"/>
              <a:buChar char="•"/>
              <a:defRPr sz="1400">
                <a:solidFill>
                  <a:srgbClr val="000000"/>
                </a:solidFill>
                <a:latin typeface="Arial" panose="020B0604020202020204" pitchFamily="34" charset="0"/>
                <a:cs typeface="Arial" panose="020B0604020202020204" pitchFamily="34" charset="0"/>
              </a:defRPr>
            </a:lvl1pPr>
            <a:lvl2pPr marL="573088" indent="-231775">
              <a:lnSpc>
                <a:spcPct val="100000"/>
              </a:lnSpc>
              <a:spcBef>
                <a:spcPts val="300"/>
              </a:spcBef>
              <a:spcAft>
                <a:spcPts val="0"/>
              </a:spcAft>
              <a:buClr>
                <a:srgbClr val="AAAAAA"/>
              </a:buClr>
              <a:buFont typeface="Museo Sans For Dell" pitchFamily="2" charset="0"/>
              <a:buChar char="–"/>
              <a:defRPr sz="1200">
                <a:solidFill>
                  <a:srgbClr val="000000"/>
                </a:solidFill>
                <a:latin typeface="Arial" panose="020B0604020202020204" pitchFamily="34" charset="0"/>
                <a:cs typeface="Arial" panose="020B0604020202020204" pitchFamily="34" charset="0"/>
              </a:defRPr>
            </a:lvl2pPr>
            <a:lvl3pPr>
              <a:lnSpc>
                <a:spcPct val="100000"/>
              </a:lnSpc>
              <a:spcBef>
                <a:spcPts val="300"/>
              </a:spcBef>
              <a:spcAft>
                <a:spcPts val="0"/>
              </a:spcAft>
              <a:buClr>
                <a:srgbClr val="AAAAAA"/>
              </a:buClr>
              <a:defRPr sz="1000">
                <a:solidFill>
                  <a:srgbClr val="000000"/>
                </a:solidFill>
                <a:latin typeface="Arial" panose="020B0604020202020204" pitchFamily="34" charset="0"/>
                <a:cs typeface="Arial" panose="020B0604020202020204" pitchFamily="34" charset="0"/>
              </a:defRPr>
            </a:lvl3pPr>
            <a:lvl4pPr>
              <a:spcBef>
                <a:spcPts val="300"/>
              </a:spcBef>
              <a:spcAft>
                <a:spcPts val="0"/>
              </a:spcAft>
              <a:buClr>
                <a:srgbClr val="AAAAAA"/>
              </a:buClr>
              <a:defRPr sz="1000" baseline="0">
                <a:solidFill>
                  <a:srgbClr val="000000"/>
                </a:solidFill>
                <a:latin typeface="Arial" panose="020B0604020202020204" pitchFamily="34" charset="0"/>
                <a:cs typeface="Arial" panose="020B0604020202020204" pitchFamily="34" charset="0"/>
              </a:defRPr>
            </a:lvl4pPr>
            <a:lvl5pPr>
              <a:spcBef>
                <a:spcPts val="300"/>
              </a:spcBef>
              <a:spcAft>
                <a:spcPts val="0"/>
              </a:spcAft>
              <a:buClr>
                <a:srgbClr val="AAAAAA"/>
              </a:buClr>
              <a:defRPr sz="1200">
                <a:solidFill>
                  <a:schemeClr val="tx1"/>
                </a:solidFill>
                <a:latin typeface="Museo Sans For Dell" pitchFamily="2" charset="0"/>
              </a:defRPr>
            </a:lvl5pPr>
            <a:lvl6pPr>
              <a:defRPr sz="1800"/>
            </a:lvl6pPr>
            <a:lvl7pPr>
              <a:defRPr sz="1800"/>
            </a:lvl7pPr>
            <a:lvl8pPr>
              <a:defRPr sz="1800"/>
            </a:lvl8pPr>
            <a:lvl9pPr>
              <a:defRPr sz="1800"/>
            </a:lvl9pPr>
          </a:lstStyle>
          <a:p>
            <a:pPr lvl="0"/>
            <a:r>
              <a:rPr lang="en-US" dirty="0"/>
              <a:t>Click to edit text</a:t>
            </a:r>
          </a:p>
          <a:p>
            <a:pPr lvl="1"/>
            <a:r>
              <a:rPr lang="en-US" dirty="0"/>
              <a:t>Second level</a:t>
            </a:r>
          </a:p>
          <a:p>
            <a:pPr lvl="2"/>
            <a:r>
              <a:rPr lang="en-US" dirty="0"/>
              <a:t>Third level</a:t>
            </a:r>
          </a:p>
          <a:p>
            <a:pPr lvl="3"/>
            <a:r>
              <a:rPr lang="en-US" dirty="0"/>
              <a:t>Fourth level</a:t>
            </a:r>
          </a:p>
        </p:txBody>
      </p:sp>
      <p:sp>
        <p:nvSpPr>
          <p:cNvPr id="5" name="Text Placeholder 7"/>
          <p:cNvSpPr>
            <a:spLocks noGrp="1"/>
          </p:cNvSpPr>
          <p:nvPr>
            <p:ph type="body" sz="quarter" idx="10" hasCustomPrompt="1"/>
          </p:nvPr>
        </p:nvSpPr>
        <p:spPr>
          <a:xfrm>
            <a:off x="274320" y="819150"/>
            <a:ext cx="4297680" cy="238842"/>
          </a:xfrm>
          <a:prstGeom prst="rect">
            <a:avLst/>
          </a:prstGeom>
        </p:spPr>
        <p:txBody>
          <a:bodyPr lIns="0" tIns="0" rIns="0" bIns="0"/>
          <a:lstStyle>
            <a:lvl1pPr marL="0" indent="0">
              <a:buNone/>
              <a:defRPr b="1">
                <a:solidFill>
                  <a:srgbClr val="000000"/>
                </a:solidFill>
                <a:latin typeface="Arial" panose="020B0604020202020204" pitchFamily="34" charset="0"/>
                <a:cs typeface="Arial" panose="020B0604020202020204" pitchFamily="34" charset="0"/>
              </a:defRPr>
            </a:lvl1pPr>
          </a:lstStyle>
          <a:p>
            <a:pPr lvl="0"/>
            <a:r>
              <a:rPr lang="en-US" dirty="0"/>
              <a:t>Subhead</a:t>
            </a:r>
          </a:p>
        </p:txBody>
      </p:sp>
    </p:spTree>
    <p:extLst>
      <p:ext uri="{BB962C8B-B14F-4D97-AF65-F5344CB8AC3E}">
        <p14:creationId xmlns:p14="http://schemas.microsoft.com/office/powerpoint/2010/main" val="3993007370"/>
      </p:ext>
    </p:extLst>
  </p:cSld>
  <p:clrMapOvr>
    <a:masterClrMapping/>
  </p:clrMapOvr>
  <p:transition spd="med">
    <p:wipe dir="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left margin with subhead and two lines">
    <p:spTree>
      <p:nvGrpSpPr>
        <p:cNvPr id="1" name=""/>
        <p:cNvGrpSpPr/>
        <p:nvPr/>
      </p:nvGrpSpPr>
      <p:grpSpPr>
        <a:xfrm>
          <a:off x="0" y="0"/>
          <a:ext cx="0" cy="0"/>
          <a:chOff x="0" y="0"/>
          <a:chExt cx="0" cy="0"/>
        </a:xfrm>
      </p:grpSpPr>
      <p:sp>
        <p:nvSpPr>
          <p:cNvPr id="4" name="Title 1"/>
          <p:cNvSpPr>
            <a:spLocks noGrp="1"/>
          </p:cNvSpPr>
          <p:nvPr>
            <p:ph type="title" hasCustomPrompt="1"/>
          </p:nvPr>
        </p:nvSpPr>
        <p:spPr>
          <a:xfrm>
            <a:off x="274320" y="267706"/>
            <a:ext cx="4297680" cy="664797"/>
          </a:xfrm>
          <a:prstGeom prst="rect">
            <a:avLst/>
          </a:prstGeom>
        </p:spPr>
        <p:txBody>
          <a:bodyPr lIns="0" rIns="0"/>
          <a:lstStyle>
            <a:lvl1pPr>
              <a:defRPr baseline="0">
                <a:latin typeface="Arial" panose="020B0604020202020204" pitchFamily="34" charset="0"/>
                <a:cs typeface="Arial" panose="020B0604020202020204" pitchFamily="34" charset="0"/>
              </a:defRPr>
            </a:lvl1pPr>
          </a:lstStyle>
          <a:p>
            <a:r>
              <a:rPr lang="en-US" dirty="0"/>
              <a:t>Click to edit content </a:t>
            </a:r>
            <a:br>
              <a:rPr lang="en-US" dirty="0"/>
            </a:br>
            <a:r>
              <a:rPr lang="en-US" dirty="0"/>
              <a:t>page title</a:t>
            </a:r>
          </a:p>
        </p:txBody>
      </p:sp>
      <p:sp>
        <p:nvSpPr>
          <p:cNvPr id="6" name="Content Placeholder 2"/>
          <p:cNvSpPr>
            <a:spLocks noGrp="1"/>
          </p:cNvSpPr>
          <p:nvPr>
            <p:ph sz="half" idx="1" hasCustomPrompt="1"/>
          </p:nvPr>
        </p:nvSpPr>
        <p:spPr>
          <a:xfrm>
            <a:off x="274320" y="1554480"/>
            <a:ext cx="4297680" cy="3017520"/>
          </a:xfrm>
          <a:prstGeom prst="rect">
            <a:avLst/>
          </a:prstGeom>
        </p:spPr>
        <p:txBody>
          <a:bodyPr wrap="square" lIns="0" tIns="0" rIns="0" bIns="0">
            <a:normAutofit/>
          </a:bodyPr>
          <a:lstStyle>
            <a:lvl1pPr>
              <a:lnSpc>
                <a:spcPct val="100000"/>
              </a:lnSpc>
              <a:spcBef>
                <a:spcPts val="1200"/>
              </a:spcBef>
              <a:spcAft>
                <a:spcPts val="0"/>
              </a:spcAft>
              <a:buClr>
                <a:srgbClr val="AAAAAA"/>
              </a:buClr>
              <a:buFont typeface="Arial" pitchFamily="34" charset="0"/>
              <a:buChar char="•"/>
              <a:defRPr sz="1400">
                <a:solidFill>
                  <a:srgbClr val="000000"/>
                </a:solidFill>
                <a:latin typeface="Arial" panose="020B0604020202020204" pitchFamily="34" charset="0"/>
                <a:cs typeface="Arial" panose="020B0604020202020204" pitchFamily="34" charset="0"/>
              </a:defRPr>
            </a:lvl1pPr>
            <a:lvl2pPr marL="573088" indent="-231775">
              <a:lnSpc>
                <a:spcPct val="100000"/>
              </a:lnSpc>
              <a:spcBef>
                <a:spcPts val="300"/>
              </a:spcBef>
              <a:spcAft>
                <a:spcPts val="0"/>
              </a:spcAft>
              <a:buClr>
                <a:srgbClr val="AAAAAA"/>
              </a:buClr>
              <a:buFont typeface="Museo Sans For Dell" pitchFamily="2" charset="0"/>
              <a:buChar char="–"/>
              <a:defRPr sz="1200">
                <a:solidFill>
                  <a:srgbClr val="000000"/>
                </a:solidFill>
                <a:latin typeface="Arial" panose="020B0604020202020204" pitchFamily="34" charset="0"/>
                <a:cs typeface="Arial" panose="020B0604020202020204" pitchFamily="34" charset="0"/>
              </a:defRPr>
            </a:lvl2pPr>
            <a:lvl3pPr>
              <a:lnSpc>
                <a:spcPct val="100000"/>
              </a:lnSpc>
              <a:spcBef>
                <a:spcPts val="300"/>
              </a:spcBef>
              <a:spcAft>
                <a:spcPts val="0"/>
              </a:spcAft>
              <a:buClr>
                <a:srgbClr val="AAAAAA"/>
              </a:buClr>
              <a:defRPr sz="1000">
                <a:solidFill>
                  <a:srgbClr val="000000"/>
                </a:solidFill>
                <a:latin typeface="Arial" panose="020B0604020202020204" pitchFamily="34" charset="0"/>
                <a:cs typeface="Arial" panose="020B0604020202020204" pitchFamily="34" charset="0"/>
              </a:defRPr>
            </a:lvl3pPr>
            <a:lvl4pPr>
              <a:spcBef>
                <a:spcPts val="300"/>
              </a:spcBef>
              <a:spcAft>
                <a:spcPts val="0"/>
              </a:spcAft>
              <a:buClr>
                <a:srgbClr val="AAAAAA"/>
              </a:buClr>
              <a:defRPr sz="1000" baseline="0">
                <a:solidFill>
                  <a:schemeClr val="bg2"/>
                </a:solidFill>
                <a:latin typeface="Museo Sans For Dell" pitchFamily="2" charset="0"/>
              </a:defRPr>
            </a:lvl4pPr>
            <a:lvl5pPr>
              <a:spcBef>
                <a:spcPts val="300"/>
              </a:spcBef>
              <a:spcAft>
                <a:spcPts val="0"/>
              </a:spcAft>
              <a:buClr>
                <a:srgbClr val="AAAAAA"/>
              </a:buClr>
              <a:defRPr sz="1200">
                <a:solidFill>
                  <a:schemeClr val="tx1"/>
                </a:solidFill>
                <a:latin typeface="Museo Sans For Dell" pitchFamily="2" charset="0"/>
              </a:defRPr>
            </a:lvl5pPr>
            <a:lvl6pPr>
              <a:defRPr sz="1800"/>
            </a:lvl6pPr>
            <a:lvl7pPr>
              <a:defRPr sz="1800"/>
            </a:lvl7pPr>
            <a:lvl8pPr>
              <a:defRPr sz="1800"/>
            </a:lvl8pPr>
            <a:lvl9pPr>
              <a:defRPr sz="1800"/>
            </a:lvl9pPr>
          </a:lstStyle>
          <a:p>
            <a:pPr lvl="0"/>
            <a:r>
              <a:rPr lang="en-US" dirty="0"/>
              <a:t>Click to edit text</a:t>
            </a:r>
          </a:p>
          <a:p>
            <a:pPr lvl="1"/>
            <a:r>
              <a:rPr lang="en-US" dirty="0"/>
              <a:t>Second level</a:t>
            </a:r>
          </a:p>
          <a:p>
            <a:pPr lvl="2"/>
            <a:r>
              <a:rPr lang="en-US" dirty="0"/>
              <a:t>Third level</a:t>
            </a:r>
          </a:p>
        </p:txBody>
      </p:sp>
      <p:sp>
        <p:nvSpPr>
          <p:cNvPr id="5" name="Text Placeholder 7"/>
          <p:cNvSpPr>
            <a:spLocks noGrp="1"/>
          </p:cNvSpPr>
          <p:nvPr>
            <p:ph type="body" sz="quarter" idx="10" hasCustomPrompt="1"/>
          </p:nvPr>
        </p:nvSpPr>
        <p:spPr>
          <a:xfrm>
            <a:off x="274320" y="1159646"/>
            <a:ext cx="4297680" cy="238842"/>
          </a:xfrm>
          <a:prstGeom prst="rect">
            <a:avLst/>
          </a:prstGeom>
        </p:spPr>
        <p:txBody>
          <a:bodyPr lIns="0" tIns="0" rIns="0" bIns="0"/>
          <a:lstStyle>
            <a:lvl1pPr marL="0" indent="0">
              <a:buNone/>
              <a:defRPr b="1">
                <a:solidFill>
                  <a:srgbClr val="000000"/>
                </a:solidFill>
                <a:latin typeface="Arial" panose="020B0604020202020204" pitchFamily="34" charset="0"/>
                <a:cs typeface="Arial" panose="020B0604020202020204" pitchFamily="34" charset="0"/>
              </a:defRPr>
            </a:lvl1pPr>
          </a:lstStyle>
          <a:p>
            <a:pPr lvl="0"/>
            <a:r>
              <a:rPr lang="en-US" dirty="0"/>
              <a:t>Subhead</a:t>
            </a:r>
          </a:p>
        </p:txBody>
      </p:sp>
    </p:spTree>
    <p:extLst>
      <p:ext uri="{BB962C8B-B14F-4D97-AF65-F5344CB8AC3E}">
        <p14:creationId xmlns:p14="http://schemas.microsoft.com/office/powerpoint/2010/main" val="78229640"/>
      </p:ext>
    </p:extLst>
  </p:cSld>
  <p:clrMapOvr>
    <a:masterClrMapping/>
  </p:clrMapOvr>
  <p:transition spd="med">
    <p:wipe dir="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Header_No body copy">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319" y="265272"/>
            <a:ext cx="7955280" cy="664797"/>
          </a:xfrm>
          <a:prstGeom prst="rect">
            <a:avLst/>
          </a:prstGeom>
        </p:spPr>
        <p:txBody>
          <a:bodyPr lIns="0" rIns="0"/>
          <a:lstStyle>
            <a:lvl1pPr>
              <a:defRPr>
                <a:latin typeface="Arial" panose="020B0604020202020204" pitchFamily="34" charset="0"/>
                <a:cs typeface="Arial" panose="020B0604020202020204" pitchFamily="34" charset="0"/>
              </a:defRPr>
            </a:lvl1pPr>
          </a:lstStyle>
          <a:p>
            <a:r>
              <a:rPr lang="en-US" dirty="0"/>
              <a:t>Click to edit content page title</a:t>
            </a:r>
          </a:p>
        </p:txBody>
      </p:sp>
    </p:spTree>
    <p:extLst>
      <p:ext uri="{BB962C8B-B14F-4D97-AF65-F5344CB8AC3E}">
        <p14:creationId xmlns:p14="http://schemas.microsoft.com/office/powerpoint/2010/main" val="1775402808"/>
      </p:ext>
    </p:extLst>
  </p:cSld>
  <p:clrMapOvr>
    <a:masterClrMapping/>
  </p:clrMapOvr>
  <p:transition spd="med">
    <p:wipe dir="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Divider_Image 1">
    <p:spTree>
      <p:nvGrpSpPr>
        <p:cNvPr id="1" name=""/>
        <p:cNvGrpSpPr/>
        <p:nvPr/>
      </p:nvGrpSpPr>
      <p:grpSpPr>
        <a:xfrm>
          <a:off x="0" y="0"/>
          <a:ext cx="0" cy="0"/>
          <a:chOff x="0" y="0"/>
          <a:chExt cx="0" cy="0"/>
        </a:xfrm>
      </p:grpSpPr>
      <p:pic>
        <p:nvPicPr>
          <p:cNvPr id="6" name="Picture 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56780" cy="5150688"/>
          </a:xfrm>
          <a:prstGeom prst="rect">
            <a:avLst/>
          </a:prstGeom>
        </p:spPr>
      </p:pic>
      <p:sp>
        <p:nvSpPr>
          <p:cNvPr id="7" name="Title 1"/>
          <p:cNvSpPr>
            <a:spLocks noGrp="1"/>
          </p:cNvSpPr>
          <p:nvPr>
            <p:ph type="title" hasCustomPrompt="1"/>
          </p:nvPr>
        </p:nvSpPr>
        <p:spPr>
          <a:xfrm>
            <a:off x="274320" y="1748271"/>
            <a:ext cx="6850901" cy="1495794"/>
          </a:xfrm>
          <a:prstGeom prst="rect">
            <a:avLst/>
          </a:prstGeom>
        </p:spPr>
        <p:txBody>
          <a:bodyPr lIns="0" rIns="0" anchor="ctr" anchorCtr="0">
            <a:normAutofit/>
          </a:bodyPr>
          <a:lstStyle>
            <a:lvl1pPr>
              <a:defRPr sz="5400" baseline="0">
                <a:solidFill>
                  <a:schemeClr val="tx2"/>
                </a:solidFill>
                <a:latin typeface="Arial" panose="020B0604020202020204" pitchFamily="34" charset="0"/>
                <a:cs typeface="Arial" panose="020B0604020202020204" pitchFamily="34" charset="0"/>
              </a:defRPr>
            </a:lvl1pPr>
          </a:lstStyle>
          <a:p>
            <a:r>
              <a:rPr lang="en-US" dirty="0"/>
              <a:t>Click to edit divider slide title  </a:t>
            </a:r>
          </a:p>
        </p:txBody>
      </p:sp>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200368" y="4838501"/>
            <a:ext cx="675925" cy="120540"/>
          </a:xfrm>
          <a:prstGeom prst="rect">
            <a:avLst/>
          </a:prstGeom>
        </p:spPr>
      </p:pic>
    </p:spTree>
    <p:extLst>
      <p:ext uri="{BB962C8B-B14F-4D97-AF65-F5344CB8AC3E}">
        <p14:creationId xmlns:p14="http://schemas.microsoft.com/office/powerpoint/2010/main" val="239998301"/>
      </p:ext>
    </p:extLst>
  </p:cSld>
  <p:clrMapOvr>
    <a:masterClrMapping/>
  </p:clrMapOvr>
  <p:transition spd="med">
    <p:wipe dir="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Divider_Image 2">
    <p:spTree>
      <p:nvGrpSpPr>
        <p:cNvPr id="1" name=""/>
        <p:cNvGrpSpPr/>
        <p:nvPr/>
      </p:nvGrpSpPr>
      <p:grpSpPr>
        <a:xfrm>
          <a:off x="0" y="0"/>
          <a:ext cx="0" cy="0"/>
          <a:chOff x="0" y="0"/>
          <a:chExt cx="0" cy="0"/>
        </a:xfrm>
      </p:grpSpPr>
      <p:pic>
        <p:nvPicPr>
          <p:cNvPr id="6" name="Picture 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1"/>
            <a:ext cx="9156778" cy="5150688"/>
          </a:xfrm>
          <a:prstGeom prst="rect">
            <a:avLst/>
          </a:prstGeom>
        </p:spPr>
      </p:pic>
      <p:sp>
        <p:nvSpPr>
          <p:cNvPr id="7" name="Title 1"/>
          <p:cNvSpPr>
            <a:spLocks noGrp="1"/>
          </p:cNvSpPr>
          <p:nvPr>
            <p:ph type="title" hasCustomPrompt="1"/>
          </p:nvPr>
        </p:nvSpPr>
        <p:spPr>
          <a:xfrm>
            <a:off x="274320" y="1748271"/>
            <a:ext cx="6850901" cy="1495794"/>
          </a:xfrm>
          <a:prstGeom prst="rect">
            <a:avLst/>
          </a:prstGeom>
        </p:spPr>
        <p:txBody>
          <a:bodyPr lIns="0" rIns="0" anchor="ctr" anchorCtr="0">
            <a:normAutofit/>
          </a:bodyPr>
          <a:lstStyle>
            <a:lvl1pPr>
              <a:defRPr sz="5400" baseline="0">
                <a:solidFill>
                  <a:schemeClr val="tx2"/>
                </a:solidFill>
                <a:latin typeface="Arial" panose="020B0604020202020204" pitchFamily="34" charset="0"/>
                <a:cs typeface="Arial" panose="020B0604020202020204" pitchFamily="34" charset="0"/>
              </a:defRPr>
            </a:lvl1pPr>
          </a:lstStyle>
          <a:p>
            <a:r>
              <a:rPr lang="en-US" dirty="0"/>
              <a:t>Click to edit divider slide title  </a:t>
            </a:r>
          </a:p>
        </p:txBody>
      </p:sp>
      <p:pic>
        <p:nvPicPr>
          <p:cNvPr id="5" name="Picture 4"/>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200368" y="4838501"/>
            <a:ext cx="675925" cy="120540"/>
          </a:xfrm>
          <a:prstGeom prst="rect">
            <a:avLst/>
          </a:prstGeom>
        </p:spPr>
      </p:pic>
    </p:spTree>
    <p:extLst>
      <p:ext uri="{BB962C8B-B14F-4D97-AF65-F5344CB8AC3E}">
        <p14:creationId xmlns:p14="http://schemas.microsoft.com/office/powerpoint/2010/main" val="4103083454"/>
      </p:ext>
    </p:extLst>
  </p:cSld>
  <p:clrMapOvr>
    <a:masterClrMapping/>
  </p:clrMapOvr>
  <p:transition spd="med">
    <p:wipe dir="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Divider_Image 3">
    <p:spTree>
      <p:nvGrpSpPr>
        <p:cNvPr id="1" name=""/>
        <p:cNvGrpSpPr/>
        <p:nvPr/>
      </p:nvGrpSpPr>
      <p:grpSpPr>
        <a:xfrm>
          <a:off x="0" y="0"/>
          <a:ext cx="0" cy="0"/>
          <a:chOff x="0" y="0"/>
          <a:chExt cx="0" cy="0"/>
        </a:xfrm>
      </p:grpSpPr>
      <p:pic>
        <p:nvPicPr>
          <p:cNvPr id="6" name="Picture 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1"/>
            <a:ext cx="9156778" cy="5150688"/>
          </a:xfrm>
          <a:prstGeom prst="rect">
            <a:avLst/>
          </a:prstGeom>
        </p:spPr>
      </p:pic>
      <p:sp>
        <p:nvSpPr>
          <p:cNvPr id="7" name="Title 1"/>
          <p:cNvSpPr>
            <a:spLocks noGrp="1"/>
          </p:cNvSpPr>
          <p:nvPr>
            <p:ph type="title" hasCustomPrompt="1"/>
          </p:nvPr>
        </p:nvSpPr>
        <p:spPr>
          <a:xfrm>
            <a:off x="274320" y="1748271"/>
            <a:ext cx="6850901" cy="1495794"/>
          </a:xfrm>
          <a:prstGeom prst="rect">
            <a:avLst/>
          </a:prstGeom>
        </p:spPr>
        <p:txBody>
          <a:bodyPr lIns="0" rIns="0" anchor="ctr" anchorCtr="0">
            <a:normAutofit/>
          </a:bodyPr>
          <a:lstStyle>
            <a:lvl1pPr>
              <a:defRPr sz="5400" baseline="0">
                <a:solidFill>
                  <a:schemeClr val="tx2"/>
                </a:solidFill>
                <a:latin typeface="Arial" panose="020B0604020202020204" pitchFamily="34" charset="0"/>
                <a:cs typeface="Arial" panose="020B0604020202020204" pitchFamily="34" charset="0"/>
              </a:defRPr>
            </a:lvl1pPr>
          </a:lstStyle>
          <a:p>
            <a:r>
              <a:rPr lang="en-US" dirty="0"/>
              <a:t>Click to edit divider slide title  </a:t>
            </a:r>
          </a:p>
        </p:txBody>
      </p:sp>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200368" y="4838501"/>
            <a:ext cx="675925" cy="120540"/>
          </a:xfrm>
          <a:prstGeom prst="rect">
            <a:avLst/>
          </a:prstGeom>
        </p:spPr>
      </p:pic>
    </p:spTree>
    <p:extLst>
      <p:ext uri="{BB962C8B-B14F-4D97-AF65-F5344CB8AC3E}">
        <p14:creationId xmlns:p14="http://schemas.microsoft.com/office/powerpoint/2010/main" val="92179296"/>
      </p:ext>
    </p:extLst>
  </p:cSld>
  <p:clrMapOvr>
    <a:masterClrMapping/>
  </p:clrMapOvr>
  <p:transition spd="med">
    <p:wipe dir="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Divider_Black">
    <p:bg>
      <p:bgPr>
        <a:solidFill>
          <a:schemeClr val="bg2"/>
        </a:solidFill>
        <a:effectLst/>
      </p:bgPr>
    </p:bg>
    <p:spTree>
      <p:nvGrpSpPr>
        <p:cNvPr id="1" name=""/>
        <p:cNvGrpSpPr/>
        <p:nvPr/>
      </p:nvGrpSpPr>
      <p:grpSpPr>
        <a:xfrm>
          <a:off x="0" y="0"/>
          <a:ext cx="0" cy="0"/>
          <a:chOff x="0" y="0"/>
          <a:chExt cx="0" cy="0"/>
        </a:xfrm>
      </p:grpSpPr>
      <p:sp>
        <p:nvSpPr>
          <p:cNvPr id="4" name="Title 1"/>
          <p:cNvSpPr>
            <a:spLocks noGrp="1"/>
          </p:cNvSpPr>
          <p:nvPr>
            <p:ph type="title" hasCustomPrompt="1"/>
          </p:nvPr>
        </p:nvSpPr>
        <p:spPr>
          <a:xfrm>
            <a:off x="274320" y="1748271"/>
            <a:ext cx="6850901" cy="1495794"/>
          </a:xfrm>
          <a:prstGeom prst="rect">
            <a:avLst/>
          </a:prstGeom>
        </p:spPr>
        <p:txBody>
          <a:bodyPr lIns="0" rIns="0" anchor="ctr" anchorCtr="0">
            <a:normAutofit/>
          </a:bodyPr>
          <a:lstStyle>
            <a:lvl1pPr>
              <a:defRPr sz="5400" baseline="0">
                <a:solidFill>
                  <a:schemeClr val="tx2"/>
                </a:solidFill>
              </a:defRPr>
            </a:lvl1pPr>
          </a:lstStyle>
          <a:p>
            <a:r>
              <a:rPr lang="en-US" dirty="0"/>
              <a:t>Click to edit divider slide title  </a:t>
            </a:r>
          </a:p>
        </p:txBody>
      </p:sp>
      <p:pic>
        <p:nvPicPr>
          <p:cNvPr id="5" name="Picture 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200368" y="4838501"/>
            <a:ext cx="675925" cy="120540"/>
          </a:xfrm>
          <a:prstGeom prst="rect">
            <a:avLst/>
          </a:prstGeom>
        </p:spPr>
      </p:pic>
    </p:spTree>
    <p:extLst>
      <p:ext uri="{BB962C8B-B14F-4D97-AF65-F5344CB8AC3E}">
        <p14:creationId xmlns:p14="http://schemas.microsoft.com/office/powerpoint/2010/main" val="1948936941"/>
      </p:ext>
    </p:extLst>
  </p:cSld>
  <p:clrMapOvr>
    <a:masterClrMapping/>
  </p:clrMapOvr>
  <p:transition spd="med">
    <p:wipe dir="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Divider_Carbon">
    <p:bg>
      <p:bgPr>
        <a:solidFill>
          <a:schemeClr val="tx1"/>
        </a:solidFill>
        <a:effectLst/>
      </p:bgPr>
    </p:bg>
    <p:spTree>
      <p:nvGrpSpPr>
        <p:cNvPr id="1" name=""/>
        <p:cNvGrpSpPr/>
        <p:nvPr/>
      </p:nvGrpSpPr>
      <p:grpSpPr>
        <a:xfrm>
          <a:off x="0" y="0"/>
          <a:ext cx="0" cy="0"/>
          <a:chOff x="0" y="0"/>
          <a:chExt cx="0" cy="0"/>
        </a:xfrm>
      </p:grpSpPr>
      <p:sp>
        <p:nvSpPr>
          <p:cNvPr id="4" name="Title 1"/>
          <p:cNvSpPr>
            <a:spLocks noGrp="1"/>
          </p:cNvSpPr>
          <p:nvPr>
            <p:ph type="title" hasCustomPrompt="1"/>
          </p:nvPr>
        </p:nvSpPr>
        <p:spPr>
          <a:xfrm>
            <a:off x="274320" y="1748271"/>
            <a:ext cx="6850901" cy="1495794"/>
          </a:xfrm>
          <a:prstGeom prst="rect">
            <a:avLst/>
          </a:prstGeom>
        </p:spPr>
        <p:txBody>
          <a:bodyPr lIns="0" rIns="0" anchor="ctr" anchorCtr="0">
            <a:normAutofit/>
          </a:bodyPr>
          <a:lstStyle>
            <a:lvl1pPr>
              <a:defRPr sz="5400" baseline="0">
                <a:solidFill>
                  <a:schemeClr val="tx2"/>
                </a:solidFill>
              </a:defRPr>
            </a:lvl1pPr>
          </a:lstStyle>
          <a:p>
            <a:r>
              <a:rPr lang="en-US" dirty="0"/>
              <a:t>Click to edit divider slide title </a:t>
            </a:r>
          </a:p>
        </p:txBody>
      </p:sp>
      <p:pic>
        <p:nvPicPr>
          <p:cNvPr id="5" name="Picture 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200368" y="4838501"/>
            <a:ext cx="675925" cy="120540"/>
          </a:xfrm>
          <a:prstGeom prst="rect">
            <a:avLst/>
          </a:prstGeom>
        </p:spPr>
      </p:pic>
    </p:spTree>
    <p:extLst>
      <p:ext uri="{BB962C8B-B14F-4D97-AF65-F5344CB8AC3E}">
        <p14:creationId xmlns:p14="http://schemas.microsoft.com/office/powerpoint/2010/main" val="2532675578"/>
      </p:ext>
    </p:extLst>
  </p:cSld>
  <p:clrMapOvr>
    <a:masterClrMapping/>
  </p:clrMapOvr>
  <p:transition spd="med">
    <p:wipe dir="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Divider_Granite">
    <p:bg>
      <p:bgPr>
        <a:solidFill>
          <a:srgbClr val="808080"/>
        </a:solidFill>
        <a:effectLst/>
      </p:bgPr>
    </p:bg>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274320" y="1748271"/>
            <a:ext cx="6850901" cy="1495794"/>
          </a:xfrm>
          <a:prstGeom prst="rect">
            <a:avLst/>
          </a:prstGeom>
        </p:spPr>
        <p:txBody>
          <a:bodyPr lIns="0" rIns="0" anchor="ctr" anchorCtr="0">
            <a:normAutofit/>
          </a:bodyPr>
          <a:lstStyle>
            <a:lvl1pPr>
              <a:defRPr sz="5400" baseline="0">
                <a:solidFill>
                  <a:schemeClr val="tx2"/>
                </a:solidFill>
                <a:latin typeface="Arial" panose="020B0604020202020204" pitchFamily="34" charset="0"/>
                <a:cs typeface="Arial" panose="020B0604020202020204" pitchFamily="34" charset="0"/>
              </a:defRPr>
            </a:lvl1pPr>
          </a:lstStyle>
          <a:p>
            <a:r>
              <a:rPr lang="en-US" dirty="0"/>
              <a:t>Click to edit divider slide title  </a:t>
            </a:r>
          </a:p>
        </p:txBody>
      </p:sp>
      <p:pic>
        <p:nvPicPr>
          <p:cNvPr id="3" name="Picture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200368" y="4838501"/>
            <a:ext cx="675925" cy="120540"/>
          </a:xfrm>
          <a:prstGeom prst="rect">
            <a:avLst/>
          </a:prstGeom>
        </p:spPr>
      </p:pic>
    </p:spTree>
    <p:extLst>
      <p:ext uri="{BB962C8B-B14F-4D97-AF65-F5344CB8AC3E}">
        <p14:creationId xmlns:p14="http://schemas.microsoft.com/office/powerpoint/2010/main" val="1497252019"/>
      </p:ext>
    </p:extLst>
  </p:cSld>
  <p:clrMapOvr>
    <a:masterClrMapping/>
  </p:clrMapOvr>
  <p:transition spd="med">
    <p:wipe dir="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Logo slide_Black">
    <p:bg>
      <p:bgPr>
        <a:solidFill>
          <a:schemeClr val="bg2"/>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029161" y="2257138"/>
            <a:ext cx="3046048" cy="543212"/>
          </a:xfrm>
          <a:prstGeom prst="rect">
            <a:avLst/>
          </a:prstGeom>
        </p:spPr>
      </p:pic>
    </p:spTree>
    <p:extLst>
      <p:ext uri="{BB962C8B-B14F-4D97-AF65-F5344CB8AC3E}">
        <p14:creationId xmlns:p14="http://schemas.microsoft.com/office/powerpoint/2010/main" val="826040191"/>
      </p:ext>
    </p:extLst>
  </p:cSld>
  <p:clrMapOvr>
    <a:masterClrMapping/>
  </p:clrMapOvr>
  <p:transition spd="med">
    <p:wipe dir="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Logo slide Carbon">
    <p:bg>
      <p:bgPr>
        <a:solidFill>
          <a:schemeClr val="tx1"/>
        </a:solidFill>
        <a:effectLst/>
      </p:bgPr>
    </p:bg>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029161" y="2257138"/>
            <a:ext cx="3046048" cy="543212"/>
          </a:xfrm>
          <a:prstGeom prst="rect">
            <a:avLst/>
          </a:prstGeom>
        </p:spPr>
      </p:pic>
    </p:spTree>
    <p:extLst>
      <p:ext uri="{BB962C8B-B14F-4D97-AF65-F5344CB8AC3E}">
        <p14:creationId xmlns:p14="http://schemas.microsoft.com/office/powerpoint/2010/main" val="1869552161"/>
      </p:ext>
    </p:extLst>
  </p:cSld>
  <p:clrMapOvr>
    <a:masterClrMapping/>
  </p:clrMapOvr>
  <p:transition spd="med">
    <p:wipe dir="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Logo slide Granite">
    <p:bg>
      <p:bgPr>
        <a:solidFill>
          <a:srgbClr val="808080"/>
        </a:solidFill>
        <a:effectLst/>
      </p:bgPr>
    </p:bg>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029161" y="2257138"/>
            <a:ext cx="3046048" cy="543212"/>
          </a:xfrm>
          <a:prstGeom prst="rect">
            <a:avLst/>
          </a:prstGeom>
        </p:spPr>
      </p:pic>
    </p:spTree>
    <p:extLst>
      <p:ext uri="{BB962C8B-B14F-4D97-AF65-F5344CB8AC3E}">
        <p14:creationId xmlns:p14="http://schemas.microsoft.com/office/powerpoint/2010/main" val="3266358696"/>
      </p:ext>
    </p:extLst>
  </p:cSld>
  <p:clrMapOvr>
    <a:masterClrMapping/>
  </p:clrMapOvr>
  <p:transition spd="med">
    <p:wipe dir="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03482" y="261738"/>
            <a:ext cx="8545500" cy="589165"/>
          </a:xfrm>
          <a:prstGeom prst="rect">
            <a:avLst/>
          </a:prstGeom>
        </p:spPr>
        <p:txBody>
          <a:bodyPr lIns="68580" tIns="34290" rIns="68580" bIns="34290"/>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a:prstGeom prst="rect">
            <a:avLst/>
          </a:prstGeom>
        </p:spPr>
        <p:txBody>
          <a:bodyPr lIns="68580" tIns="34290" rIns="68580" bIns="34290" anchor="b"/>
          <a:lstStyle>
            <a:lvl1pPr marL="0" indent="0">
              <a:buNone/>
              <a:defRPr sz="1800" b="1"/>
            </a:lvl1pPr>
            <a:lvl2pPr marL="342900" indent="0">
              <a:buNone/>
              <a:defRPr sz="1500" b="1"/>
            </a:lvl2pPr>
            <a:lvl3pPr marL="685800" indent="0">
              <a:buNone/>
              <a:defRPr sz="140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a:prstGeom prst="rect">
            <a:avLst/>
          </a:prstGeom>
        </p:spPr>
        <p:txBody>
          <a:bodyPr lIns="68580" tIns="34290" rIns="68580" bIns="34290"/>
          <a:lstStyle>
            <a:lvl1pPr>
              <a:defRPr sz="1800"/>
            </a:lvl1pPr>
            <a:lvl2pPr>
              <a:defRPr sz="15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a:prstGeom prst="rect">
            <a:avLst/>
          </a:prstGeom>
        </p:spPr>
        <p:txBody>
          <a:bodyPr lIns="68580" tIns="34290" rIns="68580" bIns="34290" anchor="b"/>
          <a:lstStyle>
            <a:lvl1pPr marL="0" indent="0">
              <a:buNone/>
              <a:defRPr sz="1800" b="1"/>
            </a:lvl1pPr>
            <a:lvl2pPr marL="342900" indent="0">
              <a:buNone/>
              <a:defRPr sz="1500" b="1"/>
            </a:lvl2pPr>
            <a:lvl3pPr marL="685800" indent="0">
              <a:buNone/>
              <a:defRPr sz="140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a:prstGeom prst="rect">
            <a:avLst/>
          </a:prstGeom>
        </p:spPr>
        <p:txBody>
          <a:bodyPr lIns="68580" tIns="34290" rIns="68580" bIns="34290"/>
          <a:lstStyle>
            <a:lvl1pPr>
              <a:defRPr sz="1800"/>
            </a:lvl1pPr>
            <a:lvl2pPr>
              <a:defRPr sz="15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457200" y="4767264"/>
            <a:ext cx="2133600" cy="273844"/>
          </a:xfrm>
          <a:prstGeom prst="rect">
            <a:avLst/>
          </a:prstGeom>
        </p:spPr>
        <p:txBody>
          <a:bodyPr lIns="68580" tIns="34290" rIns="68580" bIns="34290"/>
          <a:lstStyle/>
          <a:p>
            <a:fld id="{1DB15B14-56B4-484F-9DE9-6AEF498E1BB8}" type="datetimeFigureOut">
              <a:rPr lang="en-US" smtClean="0"/>
              <a:t>6/17/2020</a:t>
            </a:fld>
            <a:endParaRPr lang="en-US"/>
          </a:p>
        </p:txBody>
      </p:sp>
      <p:sp>
        <p:nvSpPr>
          <p:cNvPr id="8" name="Footer Placeholder 7"/>
          <p:cNvSpPr>
            <a:spLocks noGrp="1"/>
          </p:cNvSpPr>
          <p:nvPr>
            <p:ph type="ftr" sz="quarter" idx="11"/>
          </p:nvPr>
        </p:nvSpPr>
        <p:spPr>
          <a:xfrm>
            <a:off x="3124200" y="4767264"/>
            <a:ext cx="2895600" cy="273844"/>
          </a:xfrm>
          <a:prstGeom prst="rect">
            <a:avLst/>
          </a:prstGeom>
        </p:spPr>
        <p:txBody>
          <a:bodyPr lIns="68580" tIns="34290" rIns="68580" bIns="34290"/>
          <a:lstStyle/>
          <a:p>
            <a:endParaRPr lang="en-US"/>
          </a:p>
        </p:txBody>
      </p:sp>
      <p:sp>
        <p:nvSpPr>
          <p:cNvPr id="9" name="Slide Number Placeholder 8"/>
          <p:cNvSpPr>
            <a:spLocks noGrp="1"/>
          </p:cNvSpPr>
          <p:nvPr>
            <p:ph type="sldNum" sz="quarter" idx="12"/>
          </p:nvPr>
        </p:nvSpPr>
        <p:spPr>
          <a:xfrm>
            <a:off x="6553200" y="4767264"/>
            <a:ext cx="2133600" cy="273844"/>
          </a:xfrm>
          <a:prstGeom prst="rect">
            <a:avLst/>
          </a:prstGeom>
        </p:spPr>
        <p:txBody>
          <a:bodyPr lIns="68580" tIns="34290" rIns="68580" bIns="34290"/>
          <a:lstStyle/>
          <a:p>
            <a:fld id="{3E9A6EFA-D2A1-46DA-A781-7961EE25DA9C}" type="slidenum">
              <a:rPr lang="en-US" smtClean="0"/>
              <a:t>‹#›</a:t>
            </a:fld>
            <a:endParaRPr lang="en-US"/>
          </a:p>
        </p:txBody>
      </p:sp>
    </p:spTree>
    <p:extLst>
      <p:ext uri="{BB962C8B-B14F-4D97-AF65-F5344CB8AC3E}">
        <p14:creationId xmlns:p14="http://schemas.microsoft.com/office/powerpoint/2010/main" val="79446182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F1AA7C-C6B7-4BBE-AB44-09CD7187E4A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AB8B896-CE49-4F8D-8520-D45D2101D00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07A4C8-0FD2-46F4-9D6E-C7E15DA30E1F}"/>
              </a:ext>
            </a:extLst>
          </p:cNvPr>
          <p:cNvSpPr>
            <a:spLocks noGrp="1"/>
          </p:cNvSpPr>
          <p:nvPr>
            <p:ph type="dt" sz="half" idx="10"/>
          </p:nvPr>
        </p:nvSpPr>
        <p:spPr/>
        <p:txBody>
          <a:bodyPr/>
          <a:lstStyle/>
          <a:p>
            <a:fld id="{FD8843F7-84AD-4D2D-8670-27CD3B88AD23}" type="datetimeFigureOut">
              <a:rPr lang="en-US" smtClean="0"/>
              <a:t>6/17/2020</a:t>
            </a:fld>
            <a:endParaRPr lang="en-US"/>
          </a:p>
        </p:txBody>
      </p:sp>
      <p:sp>
        <p:nvSpPr>
          <p:cNvPr id="5" name="Footer Placeholder 4">
            <a:extLst>
              <a:ext uri="{FF2B5EF4-FFF2-40B4-BE49-F238E27FC236}">
                <a16:creationId xmlns:a16="http://schemas.microsoft.com/office/drawing/2014/main" id="{EE781143-1481-4E41-99BB-A6AFCD683F0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39FBC26-9751-4444-A1C5-0A454AAF0638}"/>
              </a:ext>
            </a:extLst>
          </p:cNvPr>
          <p:cNvSpPr>
            <a:spLocks noGrp="1"/>
          </p:cNvSpPr>
          <p:nvPr>
            <p:ph type="sldNum" sz="quarter" idx="12"/>
          </p:nvPr>
        </p:nvSpPr>
        <p:spPr/>
        <p:txBody>
          <a:bodyPr/>
          <a:lstStyle/>
          <a:p>
            <a:fld id="{D8166B3F-041C-482D-9500-111B1B512BC6}" type="slidenum">
              <a:rPr lang="en-US" smtClean="0"/>
              <a:t>‹#›</a:t>
            </a:fld>
            <a:endParaRPr lang="en-US"/>
          </a:p>
        </p:txBody>
      </p:sp>
    </p:spTree>
    <p:extLst>
      <p:ext uri="{BB962C8B-B14F-4D97-AF65-F5344CB8AC3E}">
        <p14:creationId xmlns:p14="http://schemas.microsoft.com/office/powerpoint/2010/main" val="201880404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5B4D8F3-ACF6-4B31-B58F-12FD9BA77E48}"/>
              </a:ext>
            </a:extLst>
          </p:cNvPr>
          <p:cNvSpPr>
            <a:spLocks noGrp="1"/>
          </p:cNvSpPr>
          <p:nvPr>
            <p:ph type="dt" sz="half" idx="10"/>
          </p:nvPr>
        </p:nvSpPr>
        <p:spPr/>
        <p:txBody>
          <a:bodyPr/>
          <a:lstStyle/>
          <a:p>
            <a:fld id="{FD8843F7-84AD-4D2D-8670-27CD3B88AD23}" type="datetimeFigureOut">
              <a:rPr lang="en-US" smtClean="0"/>
              <a:t>6/17/2020</a:t>
            </a:fld>
            <a:endParaRPr lang="en-US"/>
          </a:p>
        </p:txBody>
      </p:sp>
      <p:sp>
        <p:nvSpPr>
          <p:cNvPr id="3" name="Footer Placeholder 2">
            <a:extLst>
              <a:ext uri="{FF2B5EF4-FFF2-40B4-BE49-F238E27FC236}">
                <a16:creationId xmlns:a16="http://schemas.microsoft.com/office/drawing/2014/main" id="{ACB16E62-36E6-42D3-B06B-2921A234E27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DB2CD33-E2F5-4E82-AC53-F1D8C5B43347}"/>
              </a:ext>
            </a:extLst>
          </p:cNvPr>
          <p:cNvSpPr>
            <a:spLocks noGrp="1"/>
          </p:cNvSpPr>
          <p:nvPr>
            <p:ph type="sldNum" sz="quarter" idx="12"/>
          </p:nvPr>
        </p:nvSpPr>
        <p:spPr/>
        <p:txBody>
          <a:bodyPr/>
          <a:lstStyle/>
          <a:p>
            <a:fld id="{D8166B3F-041C-482D-9500-111B1B512BC6}" type="slidenum">
              <a:rPr lang="en-US" smtClean="0"/>
              <a:t>‹#›</a:t>
            </a:fld>
            <a:endParaRPr lang="en-US"/>
          </a:p>
        </p:txBody>
      </p:sp>
    </p:spTree>
    <p:extLst>
      <p:ext uri="{BB962C8B-B14F-4D97-AF65-F5344CB8AC3E}">
        <p14:creationId xmlns:p14="http://schemas.microsoft.com/office/powerpoint/2010/main" val="37194733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2"/>
        </a:solidFill>
        <a:effectLst/>
      </p:bgPr>
    </p:bg>
    <p:spTree>
      <p:nvGrpSpPr>
        <p:cNvPr id="1" name=""/>
        <p:cNvGrpSpPr/>
        <p:nvPr/>
      </p:nvGrpSpPr>
      <p:grpSpPr>
        <a:xfrm>
          <a:off x="0" y="0"/>
          <a:ext cx="0" cy="0"/>
          <a:chOff x="0" y="0"/>
          <a:chExt cx="0" cy="0"/>
        </a:xfrm>
      </p:grpSpPr>
      <p:sp>
        <p:nvSpPr>
          <p:cNvPr id="16" name="TextBox 15" hidden="1"/>
          <p:cNvSpPr txBox="1"/>
          <p:nvPr/>
        </p:nvSpPr>
        <p:spPr>
          <a:xfrm>
            <a:off x="1895476" y="4825328"/>
            <a:ext cx="649537" cy="124650"/>
          </a:xfrm>
          <a:prstGeom prst="rect">
            <a:avLst/>
          </a:prstGeom>
          <a:noFill/>
        </p:spPr>
        <p:txBody>
          <a:bodyPr wrap="square" lIns="0" tIns="0" rIns="0" bIns="0" rtlCol="0" anchor="ctr">
            <a:spAutoFit/>
          </a:bodyPr>
          <a:lstStyle/>
          <a:p>
            <a:pPr>
              <a:lnSpc>
                <a:spcPct val="90000"/>
              </a:lnSpc>
              <a:spcBef>
                <a:spcPts val="600"/>
              </a:spcBef>
              <a:spcAft>
                <a:spcPts val="0"/>
              </a:spcAft>
              <a:buClr>
                <a:schemeClr val="bg1"/>
              </a:buClr>
            </a:pPr>
            <a:fld id="{E00CF047-7350-4707-AA1A-E56FA69586CC}" type="datetime1">
              <a:rPr lang="en-US" sz="900" smtClean="0">
                <a:solidFill>
                  <a:schemeClr val="bg2">
                    <a:lumMod val="50000"/>
                    <a:lumOff val="50000"/>
                  </a:schemeClr>
                </a:solidFill>
                <a:latin typeface="+mn-lt"/>
              </a:rPr>
              <a:pPr>
                <a:lnSpc>
                  <a:spcPct val="90000"/>
                </a:lnSpc>
                <a:spcBef>
                  <a:spcPts val="600"/>
                </a:spcBef>
                <a:spcAft>
                  <a:spcPts val="0"/>
                </a:spcAft>
                <a:buClr>
                  <a:schemeClr val="bg1"/>
                </a:buClr>
              </a:pPr>
              <a:t>6/17/2020</a:t>
            </a:fld>
            <a:endParaRPr lang="en-US" sz="900" dirty="0">
              <a:solidFill>
                <a:schemeClr val="bg2">
                  <a:lumMod val="50000"/>
                  <a:lumOff val="50000"/>
                </a:schemeClr>
              </a:solidFill>
              <a:latin typeface="+mn-lt"/>
            </a:endParaRPr>
          </a:p>
        </p:txBody>
      </p:sp>
      <p:sp>
        <p:nvSpPr>
          <p:cNvPr id="13" name="TextBox 12" hidden="1"/>
          <p:cNvSpPr txBox="1"/>
          <p:nvPr/>
        </p:nvSpPr>
        <p:spPr>
          <a:xfrm>
            <a:off x="1895476" y="4825328"/>
            <a:ext cx="649537" cy="124650"/>
          </a:xfrm>
          <a:prstGeom prst="rect">
            <a:avLst/>
          </a:prstGeom>
          <a:noFill/>
        </p:spPr>
        <p:txBody>
          <a:bodyPr wrap="square" lIns="0" tIns="0" rIns="0" bIns="0" rtlCol="0" anchor="ctr">
            <a:spAutoFit/>
          </a:bodyPr>
          <a:lstStyle/>
          <a:p>
            <a:pPr>
              <a:lnSpc>
                <a:spcPct val="90000"/>
              </a:lnSpc>
              <a:spcBef>
                <a:spcPts val="600"/>
              </a:spcBef>
              <a:spcAft>
                <a:spcPts val="0"/>
              </a:spcAft>
              <a:buClr>
                <a:schemeClr val="bg1"/>
              </a:buClr>
            </a:pPr>
            <a:fld id="{E00CF047-7350-4707-AA1A-E56FA69586CC}" type="datetime1">
              <a:rPr lang="en-US" sz="900" smtClean="0">
                <a:solidFill>
                  <a:schemeClr val="bg2">
                    <a:lumMod val="50000"/>
                    <a:lumOff val="50000"/>
                  </a:schemeClr>
                </a:solidFill>
                <a:latin typeface="+mn-lt"/>
              </a:rPr>
              <a:pPr>
                <a:lnSpc>
                  <a:spcPct val="90000"/>
                </a:lnSpc>
                <a:spcBef>
                  <a:spcPts val="600"/>
                </a:spcBef>
                <a:spcAft>
                  <a:spcPts val="0"/>
                </a:spcAft>
                <a:buClr>
                  <a:schemeClr val="bg1"/>
                </a:buClr>
              </a:pPr>
              <a:t>6/17/2020</a:t>
            </a:fld>
            <a:endParaRPr lang="en-US" sz="900" dirty="0">
              <a:solidFill>
                <a:schemeClr val="bg2">
                  <a:lumMod val="50000"/>
                  <a:lumOff val="50000"/>
                </a:schemeClr>
              </a:solidFill>
              <a:latin typeface="+mn-lt"/>
            </a:endParaRPr>
          </a:p>
        </p:txBody>
      </p:sp>
      <p:sp>
        <p:nvSpPr>
          <p:cNvPr id="11" name="TextBox 10"/>
          <p:cNvSpPr txBox="1"/>
          <p:nvPr/>
        </p:nvSpPr>
        <p:spPr>
          <a:xfrm>
            <a:off x="295274" y="4873847"/>
            <a:ext cx="265176" cy="89154"/>
          </a:xfrm>
          <a:prstGeom prst="rect">
            <a:avLst/>
          </a:prstGeom>
        </p:spPr>
        <p:txBody>
          <a:bodyPr vert="horz" lIns="0" tIns="0" rIns="0" bIns="0" rtlCol="0" anchor="ctr">
            <a:noAutofit/>
          </a:bodyPr>
          <a:lstStyle/>
          <a:p>
            <a:pPr algn="l" rtl="0" fontAlgn="base">
              <a:lnSpc>
                <a:spcPct val="90000"/>
              </a:lnSpc>
              <a:spcBef>
                <a:spcPct val="0"/>
              </a:spcBef>
              <a:spcAft>
                <a:spcPct val="0"/>
              </a:spcAft>
              <a:buClr>
                <a:schemeClr val="bg1"/>
              </a:buClr>
            </a:pPr>
            <a:endParaRPr lang="en-US" sz="900" kern="1200" dirty="0">
              <a:solidFill>
                <a:schemeClr val="bg2">
                  <a:lumMod val="50000"/>
                  <a:lumOff val="50000"/>
                </a:schemeClr>
              </a:solidFill>
              <a:latin typeface="+mn-lt"/>
              <a:ea typeface="+mn-ea"/>
              <a:cs typeface="+mn-cs"/>
            </a:endParaRPr>
          </a:p>
        </p:txBody>
      </p:sp>
      <p:sp>
        <p:nvSpPr>
          <p:cNvPr id="15" name="fl" descr="                              Dell - Internal Use - Confidential&#10;"/>
          <p:cNvSpPr txBox="1"/>
          <p:nvPr/>
        </p:nvSpPr>
        <p:spPr>
          <a:xfrm>
            <a:off x="0" y="4821428"/>
            <a:ext cx="9144000" cy="353430"/>
          </a:xfrm>
          <a:prstGeom prst="rect">
            <a:avLst/>
          </a:prstGeom>
          <a:noFill/>
        </p:spPr>
        <p:txBody>
          <a:bodyPr vert="horz" wrap="square" rtlCol="0">
            <a:spAutoFit/>
          </a:bodyPr>
          <a:lstStyle/>
          <a:p>
            <a:pPr algn="l">
              <a:lnSpc>
                <a:spcPct val="90000"/>
              </a:lnSpc>
              <a:spcBef>
                <a:spcPts val="100"/>
              </a:spcBef>
              <a:spcAft>
                <a:spcPts val="100"/>
              </a:spcAft>
            </a:pPr>
            <a:r>
              <a:rPr lang="en-US" sz="850" b="1" i="0" u="none" baseline="0" dirty="0">
                <a:solidFill>
                  <a:srgbClr val="7F7F7F"/>
                </a:solidFill>
                <a:latin typeface="museo sans for dell" panose="02000000000000000000" pitchFamily="2" charset="0"/>
              </a:rPr>
              <a:t>                              Dell - Internal Use - Confidential</a:t>
            </a:r>
          </a:p>
          <a:p>
            <a:pPr algn="l">
              <a:lnSpc>
                <a:spcPct val="90000"/>
              </a:lnSpc>
              <a:spcBef>
                <a:spcPts val="100"/>
              </a:spcBef>
              <a:spcAft>
                <a:spcPts val="100"/>
              </a:spcAft>
            </a:pPr>
            <a:endParaRPr lang="en-US" sz="850" b="1" i="0" u="none" baseline="0" dirty="0">
              <a:solidFill>
                <a:srgbClr val="7F7F7F"/>
              </a:solidFill>
              <a:latin typeface="museo sans for dell" panose="02000000000000000000" pitchFamily="2" charset="0"/>
            </a:endParaRPr>
          </a:p>
        </p:txBody>
      </p:sp>
      <p:sp>
        <p:nvSpPr>
          <p:cNvPr id="18" name="TextBox 17"/>
          <p:cNvSpPr txBox="1"/>
          <p:nvPr/>
        </p:nvSpPr>
        <p:spPr>
          <a:xfrm>
            <a:off x="295274" y="4873847"/>
            <a:ext cx="265176" cy="89154"/>
          </a:xfrm>
          <a:prstGeom prst="rect">
            <a:avLst/>
          </a:prstGeom>
        </p:spPr>
        <p:txBody>
          <a:bodyPr vert="horz" lIns="0" tIns="0" rIns="0" bIns="0" rtlCol="0" anchor="ctr">
            <a:noAutofit/>
          </a:bodyPr>
          <a:lstStyle/>
          <a:p>
            <a:pPr algn="l" rtl="0" fontAlgn="base">
              <a:lnSpc>
                <a:spcPct val="90000"/>
              </a:lnSpc>
              <a:spcBef>
                <a:spcPct val="0"/>
              </a:spcBef>
              <a:spcAft>
                <a:spcPct val="0"/>
              </a:spcAft>
              <a:buClr>
                <a:schemeClr val="bg1"/>
              </a:buClr>
            </a:pPr>
            <a:endParaRPr lang="en-US" sz="900" kern="1200" dirty="0">
              <a:solidFill>
                <a:schemeClr val="bg2">
                  <a:lumMod val="50000"/>
                  <a:lumOff val="50000"/>
                </a:schemeClr>
              </a:solidFill>
              <a:latin typeface="+mn-lt"/>
              <a:ea typeface="+mn-ea"/>
              <a:cs typeface="+mn-cs"/>
            </a:endParaRPr>
          </a:p>
        </p:txBody>
      </p:sp>
      <p:sp>
        <p:nvSpPr>
          <p:cNvPr id="20" name="TextBox 19"/>
          <p:cNvSpPr txBox="1"/>
          <p:nvPr/>
        </p:nvSpPr>
        <p:spPr>
          <a:xfrm>
            <a:off x="295274" y="4873847"/>
            <a:ext cx="265176" cy="89154"/>
          </a:xfrm>
          <a:prstGeom prst="rect">
            <a:avLst/>
          </a:prstGeom>
        </p:spPr>
        <p:txBody>
          <a:bodyPr vert="horz" lIns="0" tIns="0" rIns="0" bIns="0" rtlCol="0" anchor="ctr">
            <a:noAutofit/>
          </a:bodyPr>
          <a:lstStyle/>
          <a:p>
            <a:pPr algn="l" rtl="0" fontAlgn="base">
              <a:lnSpc>
                <a:spcPct val="90000"/>
              </a:lnSpc>
              <a:spcBef>
                <a:spcPct val="0"/>
              </a:spcBef>
              <a:spcAft>
                <a:spcPct val="0"/>
              </a:spcAft>
              <a:buClr>
                <a:schemeClr val="bg1"/>
              </a:buClr>
            </a:pPr>
            <a:fld id="{58EC7406-F4CC-4ABF-902E-2AF4E70E5C0F}" type="slidenum">
              <a:rPr lang="en-US" sz="900" b="0" kern="1200" smtClean="0">
                <a:solidFill>
                  <a:schemeClr val="bg2">
                    <a:lumMod val="50000"/>
                    <a:lumOff val="50000"/>
                  </a:schemeClr>
                </a:solidFill>
                <a:latin typeface="+mn-lt"/>
                <a:ea typeface="+mn-ea"/>
                <a:cs typeface="+mn-cs"/>
              </a:rPr>
              <a:pPr algn="l" rtl="0" fontAlgn="base">
                <a:lnSpc>
                  <a:spcPct val="90000"/>
                </a:lnSpc>
                <a:spcBef>
                  <a:spcPct val="0"/>
                </a:spcBef>
                <a:spcAft>
                  <a:spcPct val="0"/>
                </a:spcAft>
                <a:buClr>
                  <a:schemeClr val="bg1"/>
                </a:buClr>
              </a:pPr>
              <a:t>‹#›</a:t>
            </a:fld>
            <a:endParaRPr lang="en-US" sz="900" b="0" kern="1200" dirty="0">
              <a:solidFill>
                <a:schemeClr val="bg2">
                  <a:lumMod val="50000"/>
                  <a:lumOff val="50000"/>
                </a:schemeClr>
              </a:solidFill>
              <a:latin typeface="+mn-lt"/>
              <a:ea typeface="+mn-ea"/>
              <a:cs typeface="+mn-cs"/>
            </a:endParaRPr>
          </a:p>
        </p:txBody>
      </p:sp>
      <p:pic>
        <p:nvPicPr>
          <p:cNvPr id="10" name="Picture 9"/>
          <p:cNvPicPr>
            <a:picLocks noChangeAspect="1"/>
          </p:cNvPicPr>
          <p:nvPr/>
        </p:nvPicPr>
        <p:blipFill>
          <a:blip r:embed="rId28" cstate="print">
            <a:extLst>
              <a:ext uri="{28A0092B-C50C-407E-A947-70E740481C1C}">
                <a14:useLocalDpi xmlns:a14="http://schemas.microsoft.com/office/drawing/2010/main" val="0"/>
              </a:ext>
            </a:extLst>
          </a:blip>
          <a:stretch>
            <a:fillRect/>
          </a:stretch>
        </p:blipFill>
        <p:spPr>
          <a:xfrm>
            <a:off x="8201289" y="4838853"/>
            <a:ext cx="675370" cy="120065"/>
          </a:xfrm>
          <a:prstGeom prst="rect">
            <a:avLst/>
          </a:prstGeom>
        </p:spPr>
      </p:pic>
      <p:sp>
        <p:nvSpPr>
          <p:cNvPr id="12" name="TextBox 11"/>
          <p:cNvSpPr txBox="1"/>
          <p:nvPr/>
        </p:nvSpPr>
        <p:spPr>
          <a:xfrm>
            <a:off x="497072" y="4873847"/>
            <a:ext cx="265176" cy="89154"/>
          </a:xfrm>
          <a:prstGeom prst="rect">
            <a:avLst/>
          </a:prstGeom>
        </p:spPr>
        <p:txBody>
          <a:bodyPr vert="horz" lIns="0" tIns="0" rIns="0" bIns="0" rtlCol="0" anchor="ctr">
            <a:noAutofit/>
          </a:bodyPr>
          <a:lstStyle/>
          <a:p>
            <a:pPr algn="l" rtl="0" fontAlgn="base">
              <a:lnSpc>
                <a:spcPct val="90000"/>
              </a:lnSpc>
              <a:spcBef>
                <a:spcPct val="0"/>
              </a:spcBef>
              <a:spcAft>
                <a:spcPct val="0"/>
              </a:spcAft>
              <a:buClr>
                <a:schemeClr val="bg1"/>
              </a:buClr>
            </a:pPr>
            <a:endParaRPr lang="en-US" sz="900" b="0" kern="1200" dirty="0">
              <a:solidFill>
                <a:schemeClr val="bg2">
                  <a:lumMod val="50000"/>
                  <a:lumOff val="50000"/>
                </a:schemeClr>
              </a:solidFill>
              <a:latin typeface="+mn-lt"/>
              <a:ea typeface="+mn-ea"/>
              <a:cs typeface="+mn-cs"/>
            </a:endParaRPr>
          </a:p>
        </p:txBody>
      </p:sp>
      <p:sp>
        <p:nvSpPr>
          <p:cNvPr id="17" name="TextBox 16"/>
          <p:cNvSpPr txBox="1"/>
          <p:nvPr/>
        </p:nvSpPr>
        <p:spPr>
          <a:xfrm>
            <a:off x="472006" y="4873847"/>
            <a:ext cx="265176" cy="89154"/>
          </a:xfrm>
          <a:prstGeom prst="rect">
            <a:avLst/>
          </a:prstGeom>
        </p:spPr>
        <p:txBody>
          <a:bodyPr vert="horz" lIns="0" tIns="0" rIns="0" bIns="0" rtlCol="0" anchor="ctr">
            <a:noAutofit/>
          </a:bodyPr>
          <a:lstStyle/>
          <a:p>
            <a:pPr algn="l" rtl="0" fontAlgn="base">
              <a:lnSpc>
                <a:spcPct val="90000"/>
              </a:lnSpc>
              <a:spcBef>
                <a:spcPct val="0"/>
              </a:spcBef>
              <a:spcAft>
                <a:spcPct val="0"/>
              </a:spcAft>
              <a:buClr>
                <a:schemeClr val="bg1"/>
              </a:buClr>
            </a:pPr>
            <a:endParaRPr lang="en-US" sz="900" kern="1200" dirty="0">
              <a:solidFill>
                <a:schemeClr val="bg2">
                  <a:lumMod val="50000"/>
                  <a:lumOff val="50000"/>
                </a:schemeClr>
              </a:solidFill>
              <a:latin typeface="+mn-lt"/>
              <a:ea typeface="+mn-ea"/>
              <a:cs typeface="+mn-cs"/>
            </a:endParaRPr>
          </a:p>
        </p:txBody>
      </p:sp>
      <p:sp>
        <p:nvSpPr>
          <p:cNvPr id="2" name="MSIPCMContentMarking" descr="{&quot;HashCode&quot;:-1912962988,&quot;Placement&quot;:&quot;Footer&quot;}">
            <a:extLst>
              <a:ext uri="{FF2B5EF4-FFF2-40B4-BE49-F238E27FC236}">
                <a16:creationId xmlns:a16="http://schemas.microsoft.com/office/drawing/2014/main" id="{54C025EF-7AD4-44B3-8EE4-78FC6D70A83E}"/>
              </a:ext>
            </a:extLst>
          </p:cNvPr>
          <p:cNvSpPr txBox="1"/>
          <p:nvPr userDrawn="1"/>
        </p:nvSpPr>
        <p:spPr>
          <a:xfrm>
            <a:off x="0" y="4932427"/>
            <a:ext cx="1185008" cy="211073"/>
          </a:xfrm>
          <a:prstGeom prst="rect">
            <a:avLst/>
          </a:prstGeom>
          <a:noFill/>
        </p:spPr>
        <p:txBody>
          <a:bodyPr vert="horz" wrap="square" lIns="0" tIns="0" rIns="0" bIns="0" rtlCol="0" anchor="ctr" anchorCtr="1">
            <a:spAutoFit/>
          </a:bodyPr>
          <a:lstStyle/>
          <a:p>
            <a:pPr algn="l">
              <a:lnSpc>
                <a:spcPct val="90000"/>
              </a:lnSpc>
              <a:spcBef>
                <a:spcPts val="0"/>
              </a:spcBef>
              <a:spcAft>
                <a:spcPts val="0"/>
              </a:spcAft>
              <a:buClr>
                <a:schemeClr val="bg1"/>
              </a:buClr>
            </a:pPr>
            <a:r>
              <a:rPr lang="en-US" sz="700">
                <a:solidFill>
                  <a:srgbClr val="7F7F7F"/>
                </a:solidFill>
                <a:latin typeface="Calibri" panose="020F0502020204030204" pitchFamily="34" charset="0"/>
              </a:rPr>
              <a:t>Internal Use - Confidential</a:t>
            </a:r>
            <a:endParaRPr lang="en-US" sz="700" dirty="0">
              <a:solidFill>
                <a:srgbClr val="7F7F7F"/>
              </a:solidFill>
              <a:latin typeface="Calibri" panose="020F0502020204030204" pitchFamily="34" charset="0"/>
            </a:endParaRPr>
          </a:p>
        </p:txBody>
      </p:sp>
    </p:spTree>
    <p:extLst>
      <p:ext uri="{BB962C8B-B14F-4D97-AF65-F5344CB8AC3E}">
        <p14:creationId xmlns:p14="http://schemas.microsoft.com/office/powerpoint/2010/main" val="2209482782"/>
      </p:ext>
    </p:extLst>
  </p:cSld>
  <p:clrMap bg1="dk2" tx1="lt1" bg2="dk1" tx2="lt2" accent1="accent1" accent2="accent2" accent3="accent3" accent4="accent4" accent5="accent5" accent6="accent6" hlink="hlink" folHlink="folHlink"/>
  <p:sldLayoutIdLst>
    <p:sldLayoutId id="2147484427" r:id="rId1"/>
    <p:sldLayoutId id="2147484431" r:id="rId2"/>
    <p:sldLayoutId id="2147484432" r:id="rId3"/>
    <p:sldLayoutId id="2147484422" r:id="rId4"/>
    <p:sldLayoutId id="2147484400" r:id="rId5"/>
    <p:sldLayoutId id="2147484405" r:id="rId6"/>
    <p:sldLayoutId id="2147484367" r:id="rId7"/>
    <p:sldLayoutId id="2147484244" r:id="rId8"/>
    <p:sldLayoutId id="2147484245" r:id="rId9"/>
    <p:sldLayoutId id="2147484246" r:id="rId10"/>
    <p:sldLayoutId id="2147484247" r:id="rId11"/>
    <p:sldLayoutId id="2147484248" r:id="rId12"/>
    <p:sldLayoutId id="2147484249" r:id="rId13"/>
    <p:sldLayoutId id="2147484250" r:id="rId14"/>
    <p:sldLayoutId id="2147484407" r:id="rId15"/>
    <p:sldLayoutId id="2147484433" r:id="rId16"/>
    <p:sldLayoutId id="2147484434" r:id="rId17"/>
    <p:sldLayoutId id="2147484425" r:id="rId18"/>
    <p:sldLayoutId id="2147484424" r:id="rId19"/>
    <p:sldLayoutId id="2147484423" r:id="rId20"/>
    <p:sldLayoutId id="2147484428" r:id="rId21"/>
    <p:sldLayoutId id="2147484429" r:id="rId22"/>
    <p:sldLayoutId id="2147484430" r:id="rId23"/>
    <p:sldLayoutId id="2147484435" r:id="rId24"/>
    <p:sldLayoutId id="2147484436" r:id="rId25"/>
    <p:sldLayoutId id="2147484437" r:id="rId26"/>
  </p:sldLayoutIdLst>
  <p:transition spd="med">
    <p:wipe dir="r"/>
  </p:transition>
  <p:hf hdr="0" ftr="0" dt="0"/>
  <p:txStyles>
    <p:titleStyle>
      <a:lvl1pPr algn="l" rtl="0" eaLnBrk="1" fontAlgn="base" hangingPunct="1">
        <a:lnSpc>
          <a:spcPct val="90000"/>
        </a:lnSpc>
        <a:spcBef>
          <a:spcPct val="0"/>
        </a:spcBef>
        <a:spcAft>
          <a:spcPct val="0"/>
        </a:spcAft>
        <a:defRPr sz="2800" b="0" cap="none" baseline="0">
          <a:solidFill>
            <a:schemeClr val="bg1"/>
          </a:solidFill>
          <a:latin typeface="+mj-lt"/>
          <a:ea typeface="Museo Sans For Dell" panose="02000000000000000000" pitchFamily="2" charset="0"/>
          <a:cs typeface="+mj-cs"/>
        </a:defRPr>
      </a:lvl1pPr>
      <a:lvl2pPr algn="l" rtl="0" eaLnBrk="1" fontAlgn="base" hangingPunct="1">
        <a:lnSpc>
          <a:spcPct val="80000"/>
        </a:lnSpc>
        <a:spcBef>
          <a:spcPct val="0"/>
        </a:spcBef>
        <a:spcAft>
          <a:spcPct val="0"/>
        </a:spcAft>
        <a:defRPr sz="3200" b="1">
          <a:solidFill>
            <a:schemeClr val="accent1"/>
          </a:solidFill>
          <a:latin typeface="Arial Black" pitchFamily="34" charset="0"/>
        </a:defRPr>
      </a:lvl2pPr>
      <a:lvl3pPr algn="l" rtl="0" eaLnBrk="1" fontAlgn="base" hangingPunct="1">
        <a:lnSpc>
          <a:spcPct val="80000"/>
        </a:lnSpc>
        <a:spcBef>
          <a:spcPct val="0"/>
        </a:spcBef>
        <a:spcAft>
          <a:spcPct val="0"/>
        </a:spcAft>
        <a:defRPr sz="3200" b="1">
          <a:solidFill>
            <a:schemeClr val="accent1"/>
          </a:solidFill>
          <a:latin typeface="Arial Black" pitchFamily="34" charset="0"/>
        </a:defRPr>
      </a:lvl3pPr>
      <a:lvl4pPr algn="l" rtl="0" eaLnBrk="1" fontAlgn="base" hangingPunct="1">
        <a:lnSpc>
          <a:spcPct val="80000"/>
        </a:lnSpc>
        <a:spcBef>
          <a:spcPct val="0"/>
        </a:spcBef>
        <a:spcAft>
          <a:spcPct val="0"/>
        </a:spcAft>
        <a:defRPr sz="3200" b="1">
          <a:solidFill>
            <a:schemeClr val="accent1"/>
          </a:solidFill>
          <a:latin typeface="Arial Black" pitchFamily="34" charset="0"/>
        </a:defRPr>
      </a:lvl4pPr>
      <a:lvl5pPr algn="l" rtl="0" eaLnBrk="1" fontAlgn="base" hangingPunct="1">
        <a:lnSpc>
          <a:spcPct val="80000"/>
        </a:lnSpc>
        <a:spcBef>
          <a:spcPct val="0"/>
        </a:spcBef>
        <a:spcAft>
          <a:spcPct val="0"/>
        </a:spcAft>
        <a:defRPr sz="3200" b="1">
          <a:solidFill>
            <a:schemeClr val="accent1"/>
          </a:solidFill>
          <a:latin typeface="Arial Black" pitchFamily="34" charset="0"/>
        </a:defRPr>
      </a:lvl5pPr>
      <a:lvl6pPr marL="457200" algn="l" rtl="0" eaLnBrk="1" fontAlgn="base" hangingPunct="1">
        <a:lnSpc>
          <a:spcPct val="70000"/>
        </a:lnSpc>
        <a:spcBef>
          <a:spcPct val="0"/>
        </a:spcBef>
        <a:spcAft>
          <a:spcPct val="0"/>
        </a:spcAft>
        <a:defRPr sz="4400" b="1">
          <a:solidFill>
            <a:schemeClr val="accent1"/>
          </a:solidFill>
          <a:latin typeface="Arial Black" pitchFamily="34" charset="0"/>
        </a:defRPr>
      </a:lvl6pPr>
      <a:lvl7pPr marL="914400" algn="l" rtl="0" eaLnBrk="1" fontAlgn="base" hangingPunct="1">
        <a:lnSpc>
          <a:spcPct val="70000"/>
        </a:lnSpc>
        <a:spcBef>
          <a:spcPct val="0"/>
        </a:spcBef>
        <a:spcAft>
          <a:spcPct val="0"/>
        </a:spcAft>
        <a:defRPr sz="4400" b="1">
          <a:solidFill>
            <a:schemeClr val="accent1"/>
          </a:solidFill>
          <a:latin typeface="Arial Black" pitchFamily="34" charset="0"/>
        </a:defRPr>
      </a:lvl7pPr>
      <a:lvl8pPr marL="1371600" algn="l" rtl="0" eaLnBrk="1" fontAlgn="base" hangingPunct="1">
        <a:lnSpc>
          <a:spcPct val="70000"/>
        </a:lnSpc>
        <a:spcBef>
          <a:spcPct val="0"/>
        </a:spcBef>
        <a:spcAft>
          <a:spcPct val="0"/>
        </a:spcAft>
        <a:defRPr sz="4400" b="1">
          <a:solidFill>
            <a:schemeClr val="accent1"/>
          </a:solidFill>
          <a:latin typeface="Arial Black" pitchFamily="34" charset="0"/>
        </a:defRPr>
      </a:lvl8pPr>
      <a:lvl9pPr marL="1828800" algn="l" rtl="0" eaLnBrk="1" fontAlgn="base" hangingPunct="1">
        <a:lnSpc>
          <a:spcPct val="70000"/>
        </a:lnSpc>
        <a:spcBef>
          <a:spcPct val="0"/>
        </a:spcBef>
        <a:spcAft>
          <a:spcPct val="0"/>
        </a:spcAft>
        <a:defRPr sz="4400" b="1">
          <a:solidFill>
            <a:schemeClr val="accent1"/>
          </a:solidFill>
          <a:latin typeface="Arial Black" pitchFamily="34" charset="0"/>
        </a:defRPr>
      </a:lvl9pPr>
    </p:titleStyle>
    <p:bodyStyle>
      <a:lvl1pPr marL="228600" indent="-228600" algn="l" rtl="0" eaLnBrk="1" fontAlgn="base" hangingPunct="1">
        <a:lnSpc>
          <a:spcPct val="100000"/>
        </a:lnSpc>
        <a:spcBef>
          <a:spcPts val="1200"/>
        </a:spcBef>
        <a:spcAft>
          <a:spcPts val="0"/>
        </a:spcAft>
        <a:buClr>
          <a:srgbClr val="AAAAAA"/>
        </a:buClr>
        <a:buFont typeface="Arial" pitchFamily="34" charset="0"/>
        <a:buChar char="•"/>
        <a:defRPr sz="1400">
          <a:solidFill>
            <a:srgbClr val="000000"/>
          </a:solidFill>
          <a:latin typeface="+mj-lt"/>
          <a:ea typeface="Museo Sans For Dell" pitchFamily="2" charset="0"/>
          <a:cs typeface="+mn-cs"/>
        </a:defRPr>
      </a:lvl1pPr>
      <a:lvl2pPr marL="574675" indent="-233363" algn="l" rtl="0" eaLnBrk="1" fontAlgn="base" hangingPunct="1">
        <a:lnSpc>
          <a:spcPct val="100000"/>
        </a:lnSpc>
        <a:spcBef>
          <a:spcPts val="300"/>
        </a:spcBef>
        <a:spcAft>
          <a:spcPts val="0"/>
        </a:spcAft>
        <a:buClr>
          <a:srgbClr val="AAAAAA"/>
        </a:buClr>
        <a:buFont typeface="Museo Sans For Dell" pitchFamily="2" charset="0"/>
        <a:buChar char="–"/>
        <a:defRPr sz="1200" baseline="0">
          <a:solidFill>
            <a:srgbClr val="000000"/>
          </a:solidFill>
          <a:latin typeface="+mj-lt"/>
          <a:ea typeface="Museo Sans For Dell" pitchFamily="2" charset="0"/>
        </a:defRPr>
      </a:lvl2pPr>
      <a:lvl3pPr marL="909638" indent="-220663" algn="l" rtl="0" eaLnBrk="1" fontAlgn="base" hangingPunct="1">
        <a:lnSpc>
          <a:spcPct val="100000"/>
        </a:lnSpc>
        <a:spcBef>
          <a:spcPts val="300"/>
        </a:spcBef>
        <a:spcAft>
          <a:spcPts val="0"/>
        </a:spcAft>
        <a:buClr>
          <a:srgbClr val="AAAAAA"/>
        </a:buClr>
        <a:buFont typeface="Museo Sans For Dell" pitchFamily="2" charset="0"/>
        <a:buChar char="›"/>
        <a:defRPr sz="1000" baseline="0">
          <a:solidFill>
            <a:srgbClr val="000000"/>
          </a:solidFill>
          <a:latin typeface="+mj-lt"/>
          <a:ea typeface="Museo Sans For Dell" pitchFamily="2" charset="0"/>
        </a:defRPr>
      </a:lvl3pPr>
      <a:lvl4pPr marL="1246188" indent="-222250" algn="l" rtl="0" eaLnBrk="1" fontAlgn="base" hangingPunct="1">
        <a:lnSpc>
          <a:spcPct val="90000"/>
        </a:lnSpc>
        <a:spcBef>
          <a:spcPts val="300"/>
        </a:spcBef>
        <a:spcAft>
          <a:spcPts val="0"/>
        </a:spcAft>
        <a:buClr>
          <a:srgbClr val="AAAAAA"/>
        </a:buClr>
        <a:buFont typeface="Courier New" panose="02070309020205020404" pitchFamily="49" charset="0"/>
        <a:buChar char="o"/>
        <a:defRPr sz="1000" baseline="0">
          <a:solidFill>
            <a:srgbClr val="000000"/>
          </a:solidFill>
          <a:latin typeface="+mj-lt"/>
          <a:ea typeface="Museo Sans For Dell" pitchFamily="2" charset="0"/>
        </a:defRPr>
      </a:lvl4pPr>
      <a:lvl5pPr marL="1608138" indent="-236538" algn="l" rtl="0" eaLnBrk="1" fontAlgn="base" hangingPunct="1">
        <a:lnSpc>
          <a:spcPct val="90000"/>
        </a:lnSpc>
        <a:spcBef>
          <a:spcPts val="800"/>
        </a:spcBef>
        <a:spcAft>
          <a:spcPct val="0"/>
        </a:spcAft>
        <a:buClr>
          <a:schemeClr val="bg1"/>
        </a:buClr>
        <a:buFont typeface="Museo For Dell 300" pitchFamily="50" charset="0"/>
        <a:buChar char="–"/>
        <a:defRPr sz="1800">
          <a:solidFill>
            <a:schemeClr val="bg2"/>
          </a:solidFill>
          <a:latin typeface="Museo Sans For Dell" pitchFamily="2" charset="0"/>
          <a:ea typeface="Museo Sans For Dell" pitchFamily="2" charset="0"/>
        </a:defRPr>
      </a:lvl5pPr>
      <a:lvl6pPr marL="2065338" indent="-236538" algn="l" rtl="0" eaLnBrk="1" fontAlgn="base" hangingPunct="1">
        <a:lnSpc>
          <a:spcPct val="95000"/>
        </a:lnSpc>
        <a:spcBef>
          <a:spcPct val="30000"/>
        </a:spcBef>
        <a:spcAft>
          <a:spcPct val="0"/>
        </a:spcAft>
        <a:buClr>
          <a:schemeClr val="accent1"/>
        </a:buClr>
        <a:buFont typeface="Arial" charset="0"/>
        <a:buChar char="–"/>
        <a:defRPr sz="1600">
          <a:solidFill>
            <a:schemeClr val="accent1"/>
          </a:solidFill>
          <a:latin typeface="+mn-lt"/>
        </a:defRPr>
      </a:lvl6pPr>
      <a:lvl7pPr marL="2522538" indent="-236538" algn="l" rtl="0" eaLnBrk="1" fontAlgn="base" hangingPunct="1">
        <a:lnSpc>
          <a:spcPct val="95000"/>
        </a:lnSpc>
        <a:spcBef>
          <a:spcPct val="30000"/>
        </a:spcBef>
        <a:spcAft>
          <a:spcPct val="0"/>
        </a:spcAft>
        <a:buClr>
          <a:schemeClr val="accent1"/>
        </a:buClr>
        <a:buFont typeface="Arial" charset="0"/>
        <a:buChar char="–"/>
        <a:defRPr sz="1600">
          <a:solidFill>
            <a:schemeClr val="accent1"/>
          </a:solidFill>
          <a:latin typeface="+mn-lt"/>
        </a:defRPr>
      </a:lvl7pPr>
      <a:lvl8pPr marL="2979738" indent="-236538" algn="l" rtl="0" eaLnBrk="1" fontAlgn="base" hangingPunct="1">
        <a:lnSpc>
          <a:spcPct val="95000"/>
        </a:lnSpc>
        <a:spcBef>
          <a:spcPct val="30000"/>
        </a:spcBef>
        <a:spcAft>
          <a:spcPct val="0"/>
        </a:spcAft>
        <a:buClr>
          <a:schemeClr val="accent1"/>
        </a:buClr>
        <a:buFont typeface="Arial" charset="0"/>
        <a:buChar char="–"/>
        <a:defRPr sz="1600">
          <a:solidFill>
            <a:schemeClr val="accent1"/>
          </a:solidFill>
          <a:latin typeface="+mn-lt"/>
        </a:defRPr>
      </a:lvl8pPr>
      <a:lvl9pPr marL="3436938" indent="-236538" algn="l" rtl="0" eaLnBrk="1" fontAlgn="base" hangingPunct="1">
        <a:lnSpc>
          <a:spcPct val="95000"/>
        </a:lnSpc>
        <a:spcBef>
          <a:spcPct val="30000"/>
        </a:spcBef>
        <a:spcAft>
          <a:spcPct val="0"/>
        </a:spcAft>
        <a:buClr>
          <a:schemeClr val="accent1"/>
        </a:buClr>
        <a:buFont typeface="Arial" charset="0"/>
        <a:buChar char="–"/>
        <a:defRPr sz="1600">
          <a:solidFill>
            <a:schemeClr val="accent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084" userDrawn="1">
          <p15:clr>
            <a:srgbClr val="F26B43"/>
          </p15:clr>
        </p15:guide>
        <p15:guide id="2" pos="288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E105BE-8CA7-4E4B-AE9D-A12124B5D499}"/>
              </a:ext>
            </a:extLst>
          </p:cNvPr>
          <p:cNvSpPr>
            <a:spLocks noGrp="1"/>
          </p:cNvSpPr>
          <p:nvPr>
            <p:ph type="ctrTitle"/>
          </p:nvPr>
        </p:nvSpPr>
        <p:spPr>
          <a:xfrm>
            <a:off x="1883381" y="292143"/>
            <a:ext cx="5200791" cy="1661993"/>
          </a:xfrm>
        </p:spPr>
        <p:txBody>
          <a:bodyPr/>
          <a:lstStyle/>
          <a:p>
            <a:pPr algn="ctr"/>
            <a:r>
              <a:rPr lang="en-US" dirty="0"/>
              <a:t>Connectivity</a:t>
            </a:r>
          </a:p>
        </p:txBody>
      </p:sp>
      <p:sp>
        <p:nvSpPr>
          <p:cNvPr id="3" name="Subtitle 2">
            <a:extLst>
              <a:ext uri="{FF2B5EF4-FFF2-40B4-BE49-F238E27FC236}">
                <a16:creationId xmlns:a16="http://schemas.microsoft.com/office/drawing/2014/main" id="{EE7529B9-CDB5-41C5-B432-E0CAEBD3EF9D}"/>
              </a:ext>
            </a:extLst>
          </p:cNvPr>
          <p:cNvSpPr>
            <a:spLocks noGrp="1"/>
          </p:cNvSpPr>
          <p:nvPr>
            <p:ph type="subTitle" idx="1"/>
          </p:nvPr>
        </p:nvSpPr>
        <p:spPr>
          <a:xfrm>
            <a:off x="1971604" y="2171459"/>
            <a:ext cx="5200791" cy="307777"/>
          </a:xfrm>
        </p:spPr>
        <p:txBody>
          <a:bodyPr/>
          <a:lstStyle/>
          <a:p>
            <a:pPr algn="ctr"/>
            <a:r>
              <a:rPr lang="en-US" dirty="0"/>
              <a:t>Performance Test Strategy</a:t>
            </a:r>
          </a:p>
        </p:txBody>
      </p:sp>
    </p:spTree>
    <p:extLst>
      <p:ext uri="{BB962C8B-B14F-4D97-AF65-F5344CB8AC3E}">
        <p14:creationId xmlns:p14="http://schemas.microsoft.com/office/powerpoint/2010/main" val="251943709"/>
      </p:ext>
    </p:extLst>
  </p:cSld>
  <p:clrMapOvr>
    <a:masterClrMapping/>
  </p:clrMapOvr>
  <p:transition spd="med">
    <p:wipe dir="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p:cNvSpPr>
            <a:spLocks noGrp="1"/>
          </p:cNvSpPr>
          <p:nvPr>
            <p:ph type="title"/>
          </p:nvPr>
        </p:nvSpPr>
        <p:spPr/>
        <p:txBody>
          <a:bodyPr>
            <a:normAutofit/>
          </a:bodyPr>
          <a:lstStyle/>
          <a:p>
            <a:r>
              <a:rPr lang="en-US" sz="3200" b="1" dirty="0">
                <a:latin typeface="Calibri" pitchFamily="34" charset="0"/>
              </a:rPr>
              <a:t>Table of Content</a:t>
            </a:r>
          </a:p>
        </p:txBody>
      </p:sp>
      <p:sp>
        <p:nvSpPr>
          <p:cNvPr id="11" name="TextBox 10"/>
          <p:cNvSpPr txBox="1"/>
          <p:nvPr/>
        </p:nvSpPr>
        <p:spPr>
          <a:xfrm>
            <a:off x="613682" y="749344"/>
            <a:ext cx="8343900" cy="286232"/>
          </a:xfrm>
          <a:prstGeom prst="rect">
            <a:avLst/>
          </a:prstGeom>
          <a:noFill/>
        </p:spPr>
        <p:txBody>
          <a:bodyPr wrap="square" rtlCol="0">
            <a:spAutoFit/>
          </a:bodyPr>
          <a:lstStyle/>
          <a:p>
            <a:pPr>
              <a:lnSpc>
                <a:spcPct val="90000"/>
              </a:lnSpc>
              <a:spcBef>
                <a:spcPts val="600"/>
              </a:spcBef>
              <a:spcAft>
                <a:spcPts val="0"/>
              </a:spcAft>
              <a:buClr>
                <a:schemeClr val="bg1"/>
              </a:buClr>
            </a:pPr>
            <a:r>
              <a:rPr lang="en-US" sz="1400" b="1" dirty="0">
                <a:solidFill>
                  <a:srgbClr val="FFAF00"/>
                </a:solidFill>
                <a:latin typeface="Calibri" panose="020F0502020204030204" pitchFamily="34" charset="0"/>
              </a:rPr>
              <a:t>1. Performance Testing Overview - CLM</a:t>
            </a:r>
          </a:p>
        </p:txBody>
      </p:sp>
      <p:sp>
        <p:nvSpPr>
          <p:cNvPr id="13" name="TextBox 12"/>
          <p:cNvSpPr txBox="1"/>
          <p:nvPr/>
        </p:nvSpPr>
        <p:spPr>
          <a:xfrm>
            <a:off x="613682" y="2122894"/>
            <a:ext cx="8305800" cy="286232"/>
          </a:xfrm>
          <a:prstGeom prst="rect">
            <a:avLst/>
          </a:prstGeom>
          <a:noFill/>
        </p:spPr>
        <p:txBody>
          <a:bodyPr wrap="square" rtlCol="0">
            <a:spAutoFit/>
          </a:bodyPr>
          <a:lstStyle/>
          <a:p>
            <a:pPr>
              <a:lnSpc>
                <a:spcPct val="90000"/>
              </a:lnSpc>
              <a:spcBef>
                <a:spcPts val="600"/>
              </a:spcBef>
              <a:spcAft>
                <a:spcPts val="0"/>
              </a:spcAft>
              <a:buClr>
                <a:schemeClr val="bg1"/>
              </a:buClr>
            </a:pPr>
            <a:r>
              <a:rPr lang="en-US" sz="1400" b="1" dirty="0">
                <a:solidFill>
                  <a:srgbClr val="FFAF00"/>
                </a:solidFill>
                <a:latin typeface="Calibri" panose="020F0502020204030204" pitchFamily="34" charset="0"/>
              </a:rPr>
              <a:t>2. Performance Testing Overview – SRSGen4</a:t>
            </a:r>
          </a:p>
        </p:txBody>
      </p:sp>
      <p:sp>
        <p:nvSpPr>
          <p:cNvPr id="3" name="TextBox 2"/>
          <p:cNvSpPr txBox="1"/>
          <p:nvPr/>
        </p:nvSpPr>
        <p:spPr>
          <a:xfrm>
            <a:off x="886047" y="1025667"/>
            <a:ext cx="8136049" cy="987963"/>
          </a:xfrm>
          <a:prstGeom prst="rect">
            <a:avLst/>
          </a:prstGeom>
          <a:noFill/>
        </p:spPr>
        <p:txBody>
          <a:bodyPr wrap="square" rtlCol="0">
            <a:spAutoFit/>
          </a:bodyPr>
          <a:lstStyle/>
          <a:p>
            <a:pPr marL="400050" indent="-400050">
              <a:lnSpc>
                <a:spcPct val="90000"/>
              </a:lnSpc>
              <a:spcBef>
                <a:spcPts val="600"/>
              </a:spcBef>
              <a:spcAft>
                <a:spcPts val="0"/>
              </a:spcAft>
              <a:buClr>
                <a:schemeClr val="bg1"/>
              </a:buClr>
              <a:buFont typeface="+mj-lt"/>
              <a:buAutoNum type="romanLcPeriod"/>
            </a:pPr>
            <a:r>
              <a:rPr lang="en-US" sz="1200" dirty="0">
                <a:solidFill>
                  <a:schemeClr val="bg2"/>
                </a:solidFill>
                <a:latin typeface="Calibri" panose="020F0502020204030204" pitchFamily="34" charset="0"/>
              </a:rPr>
              <a:t>Architecture</a:t>
            </a:r>
          </a:p>
          <a:p>
            <a:pPr marL="400050" indent="-400050">
              <a:lnSpc>
                <a:spcPct val="90000"/>
              </a:lnSpc>
              <a:spcBef>
                <a:spcPts val="600"/>
              </a:spcBef>
              <a:spcAft>
                <a:spcPts val="0"/>
              </a:spcAft>
              <a:buClr>
                <a:schemeClr val="bg1"/>
              </a:buClr>
              <a:buFont typeface="+mj-lt"/>
              <a:buAutoNum type="romanLcPeriod"/>
            </a:pPr>
            <a:r>
              <a:rPr lang="en-US" sz="1200" dirty="0">
                <a:solidFill>
                  <a:schemeClr val="bg2"/>
                </a:solidFill>
                <a:latin typeface="Calibri" panose="020F0502020204030204" pitchFamily="34" charset="0"/>
              </a:rPr>
              <a:t>Objective</a:t>
            </a:r>
          </a:p>
          <a:p>
            <a:pPr marL="400050" indent="-400050">
              <a:lnSpc>
                <a:spcPct val="90000"/>
              </a:lnSpc>
              <a:spcBef>
                <a:spcPts val="600"/>
              </a:spcBef>
              <a:spcAft>
                <a:spcPts val="0"/>
              </a:spcAft>
              <a:buClr>
                <a:schemeClr val="bg1"/>
              </a:buClr>
              <a:buFont typeface="+mj-lt"/>
              <a:buAutoNum type="romanLcPeriod"/>
            </a:pPr>
            <a:r>
              <a:rPr lang="en-US" sz="1200" dirty="0">
                <a:solidFill>
                  <a:schemeClr val="bg2"/>
                </a:solidFill>
                <a:latin typeface="Calibri" panose="020F0502020204030204" pitchFamily="34" charset="0"/>
              </a:rPr>
              <a:t>Scope</a:t>
            </a:r>
          </a:p>
          <a:p>
            <a:pPr marL="400050" indent="-400050">
              <a:lnSpc>
                <a:spcPct val="90000"/>
              </a:lnSpc>
              <a:spcBef>
                <a:spcPts val="600"/>
              </a:spcBef>
              <a:spcAft>
                <a:spcPts val="0"/>
              </a:spcAft>
              <a:buClr>
                <a:schemeClr val="bg1"/>
              </a:buClr>
              <a:buFont typeface="+mj-lt"/>
              <a:buAutoNum type="romanLcPeriod"/>
            </a:pPr>
            <a:r>
              <a:rPr lang="en-US" sz="1200" dirty="0">
                <a:solidFill>
                  <a:schemeClr val="bg2"/>
                </a:solidFill>
                <a:latin typeface="Calibri" panose="020F0502020204030204" pitchFamily="34" charset="0"/>
              </a:rPr>
              <a:t>Approach / Strategy</a:t>
            </a:r>
          </a:p>
        </p:txBody>
      </p:sp>
      <p:sp>
        <p:nvSpPr>
          <p:cNvPr id="9" name="TextBox 8">
            <a:extLst>
              <a:ext uri="{FF2B5EF4-FFF2-40B4-BE49-F238E27FC236}">
                <a16:creationId xmlns:a16="http://schemas.microsoft.com/office/drawing/2014/main" id="{87E86270-32F0-42D7-A29E-25D676884499}"/>
              </a:ext>
            </a:extLst>
          </p:cNvPr>
          <p:cNvSpPr txBox="1"/>
          <p:nvPr/>
        </p:nvSpPr>
        <p:spPr>
          <a:xfrm>
            <a:off x="866775" y="2404988"/>
            <a:ext cx="8277225" cy="987963"/>
          </a:xfrm>
          <a:prstGeom prst="rect">
            <a:avLst/>
          </a:prstGeom>
          <a:noFill/>
        </p:spPr>
        <p:txBody>
          <a:bodyPr wrap="square" rtlCol="0">
            <a:spAutoFit/>
          </a:bodyPr>
          <a:lstStyle/>
          <a:p>
            <a:pPr marL="400050" indent="-400050">
              <a:lnSpc>
                <a:spcPct val="90000"/>
              </a:lnSpc>
              <a:spcBef>
                <a:spcPts val="600"/>
              </a:spcBef>
              <a:spcAft>
                <a:spcPts val="0"/>
              </a:spcAft>
              <a:buClr>
                <a:schemeClr val="bg1"/>
              </a:buClr>
              <a:buFont typeface="+mj-lt"/>
              <a:buAutoNum type="romanLcPeriod"/>
            </a:pPr>
            <a:r>
              <a:rPr lang="en-US" sz="1200" dirty="0">
                <a:solidFill>
                  <a:schemeClr val="bg2"/>
                </a:solidFill>
                <a:latin typeface="Calibri" panose="020F0502020204030204" pitchFamily="34" charset="0"/>
              </a:rPr>
              <a:t>Architecture</a:t>
            </a:r>
          </a:p>
          <a:p>
            <a:pPr marL="400050" indent="-400050">
              <a:lnSpc>
                <a:spcPct val="90000"/>
              </a:lnSpc>
              <a:spcBef>
                <a:spcPts val="600"/>
              </a:spcBef>
              <a:spcAft>
                <a:spcPts val="0"/>
              </a:spcAft>
              <a:buClr>
                <a:schemeClr val="bg1"/>
              </a:buClr>
              <a:buFont typeface="+mj-lt"/>
              <a:buAutoNum type="romanLcPeriod"/>
            </a:pPr>
            <a:r>
              <a:rPr lang="en-US" sz="1200" dirty="0">
                <a:solidFill>
                  <a:schemeClr val="bg2"/>
                </a:solidFill>
                <a:latin typeface="Calibri" panose="020F0502020204030204" pitchFamily="34" charset="0"/>
              </a:rPr>
              <a:t>Objective</a:t>
            </a:r>
          </a:p>
          <a:p>
            <a:pPr marL="400050" indent="-400050">
              <a:lnSpc>
                <a:spcPct val="90000"/>
              </a:lnSpc>
              <a:spcBef>
                <a:spcPts val="600"/>
              </a:spcBef>
              <a:spcAft>
                <a:spcPts val="0"/>
              </a:spcAft>
              <a:buClr>
                <a:schemeClr val="bg1"/>
              </a:buClr>
              <a:buFont typeface="+mj-lt"/>
              <a:buAutoNum type="romanLcPeriod"/>
            </a:pPr>
            <a:r>
              <a:rPr lang="en-US" sz="1200" dirty="0">
                <a:solidFill>
                  <a:schemeClr val="bg2"/>
                </a:solidFill>
                <a:latin typeface="Calibri" panose="020F0502020204030204" pitchFamily="34" charset="0"/>
              </a:rPr>
              <a:t>Scope</a:t>
            </a:r>
          </a:p>
          <a:p>
            <a:pPr marL="400050" indent="-400050">
              <a:lnSpc>
                <a:spcPct val="90000"/>
              </a:lnSpc>
              <a:spcBef>
                <a:spcPts val="600"/>
              </a:spcBef>
              <a:spcAft>
                <a:spcPts val="0"/>
              </a:spcAft>
              <a:buClr>
                <a:schemeClr val="bg1"/>
              </a:buClr>
              <a:buFont typeface="+mj-lt"/>
              <a:buAutoNum type="romanLcPeriod"/>
            </a:pPr>
            <a:r>
              <a:rPr lang="en-US" sz="1200" dirty="0">
                <a:solidFill>
                  <a:schemeClr val="bg2"/>
                </a:solidFill>
                <a:latin typeface="Calibri" panose="020F0502020204030204" pitchFamily="34" charset="0"/>
              </a:rPr>
              <a:t>Approach / Strategy</a:t>
            </a:r>
          </a:p>
        </p:txBody>
      </p:sp>
    </p:spTree>
    <p:extLst>
      <p:ext uri="{BB962C8B-B14F-4D97-AF65-F5344CB8AC3E}">
        <p14:creationId xmlns:p14="http://schemas.microsoft.com/office/powerpoint/2010/main" val="783396087"/>
      </p:ext>
    </p:extLst>
  </p:cSld>
  <p:clrMapOvr>
    <a:masterClrMapping/>
  </p:clrMapOvr>
  <p:transition spd="med">
    <p:wipe dir="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Title 59">
            <a:extLst>
              <a:ext uri="{FF2B5EF4-FFF2-40B4-BE49-F238E27FC236}">
                <a16:creationId xmlns:a16="http://schemas.microsoft.com/office/drawing/2014/main" id="{2E892272-C08A-4A2C-BFAE-CC0B338FF0D0}"/>
              </a:ext>
            </a:extLst>
          </p:cNvPr>
          <p:cNvSpPr>
            <a:spLocks noGrp="1"/>
          </p:cNvSpPr>
          <p:nvPr>
            <p:ph type="title"/>
          </p:nvPr>
        </p:nvSpPr>
        <p:spPr>
          <a:xfrm>
            <a:off x="430186" y="273844"/>
            <a:ext cx="5601532" cy="272342"/>
          </a:xfrm>
        </p:spPr>
        <p:txBody>
          <a:bodyPr>
            <a:normAutofit fontScale="90000"/>
          </a:bodyPr>
          <a:lstStyle/>
          <a:p>
            <a:r>
              <a:rPr lang="en-US" dirty="0"/>
              <a:t>CLM Architecture</a:t>
            </a:r>
          </a:p>
        </p:txBody>
      </p:sp>
      <p:sp>
        <p:nvSpPr>
          <p:cNvPr id="111" name="Rectangle 110">
            <a:extLst>
              <a:ext uri="{FF2B5EF4-FFF2-40B4-BE49-F238E27FC236}">
                <a16:creationId xmlns:a16="http://schemas.microsoft.com/office/drawing/2014/main" id="{BF740A3B-4BDF-4F04-8480-AF21781D82A4}"/>
              </a:ext>
            </a:extLst>
          </p:cNvPr>
          <p:cNvSpPr/>
          <p:nvPr/>
        </p:nvSpPr>
        <p:spPr>
          <a:xfrm>
            <a:off x="2555829" y="755608"/>
            <a:ext cx="4417686" cy="3676325"/>
          </a:xfrm>
          <a:prstGeom prst="rect">
            <a:avLst/>
          </a:prstGeom>
          <a:solidFill>
            <a:srgbClr val="ECF1F8"/>
          </a:solidFill>
          <a:ln w="25400" cap="flat" cmpd="sng" algn="ctr">
            <a:solidFill>
              <a:srgbClr val="4F81BD">
                <a:shade val="50000"/>
              </a:srgbClr>
            </a:solidFill>
            <a:prstDash val="sysDash"/>
          </a:ln>
          <a:effectLst/>
        </p:spPr>
        <p:txBody>
          <a:bodyPr lIns="51483" tIns="25742" rIns="51483" bIns="25742" rtlCol="0" anchor="ctr"/>
          <a:lstStyle/>
          <a:p>
            <a:pPr algn="ctr" defTabSz="685800" fontAlgn="auto">
              <a:spcBef>
                <a:spcPts val="0"/>
              </a:spcBef>
              <a:spcAft>
                <a:spcPts val="0"/>
              </a:spcAft>
              <a:defRPr/>
            </a:pPr>
            <a:endParaRPr lang="en-US" sz="1350" kern="0" dirty="0">
              <a:solidFill>
                <a:prstClr val="white"/>
              </a:solidFill>
              <a:latin typeface="Calibri"/>
            </a:endParaRPr>
          </a:p>
        </p:txBody>
      </p:sp>
      <p:sp>
        <p:nvSpPr>
          <p:cNvPr id="112" name="Flowchart: Process 111">
            <a:extLst>
              <a:ext uri="{FF2B5EF4-FFF2-40B4-BE49-F238E27FC236}">
                <a16:creationId xmlns:a16="http://schemas.microsoft.com/office/drawing/2014/main" id="{25E92E86-6AE8-4C14-956B-C35C5A428C0B}"/>
              </a:ext>
            </a:extLst>
          </p:cNvPr>
          <p:cNvSpPr/>
          <p:nvPr/>
        </p:nvSpPr>
        <p:spPr>
          <a:xfrm>
            <a:off x="2184805" y="2571751"/>
            <a:ext cx="313735" cy="671389"/>
          </a:xfrm>
          <a:prstGeom prst="flowChartProcess">
            <a:avLst/>
          </a:prstGeom>
          <a:gradFill rotWithShape="1">
            <a:gsLst>
              <a:gs pos="0">
                <a:srgbClr val="9BBB59">
                  <a:tint val="50000"/>
                  <a:satMod val="300000"/>
                </a:srgbClr>
              </a:gs>
              <a:gs pos="35000">
                <a:srgbClr val="9BBB59">
                  <a:tint val="37000"/>
                  <a:satMod val="300000"/>
                </a:srgbClr>
              </a:gs>
              <a:gs pos="100000">
                <a:srgbClr val="9BBB59">
                  <a:tint val="15000"/>
                  <a:satMod val="350000"/>
                </a:srgbClr>
              </a:gs>
            </a:gsLst>
            <a:lin ang="16200000" scaled="1"/>
          </a:gradFill>
          <a:ln w="9525" cap="flat" cmpd="sng" algn="ctr">
            <a:solidFill>
              <a:srgbClr val="9BBB59">
                <a:shade val="95000"/>
                <a:satMod val="105000"/>
              </a:srgbClr>
            </a:solidFill>
            <a:prstDash val="solid"/>
          </a:ln>
          <a:effectLst>
            <a:outerShdw blurRad="40000" dist="20000" dir="5400000" rotWithShape="0">
              <a:srgbClr val="000000">
                <a:alpha val="38000"/>
              </a:srgbClr>
            </a:outerShdw>
          </a:effectLst>
        </p:spPr>
        <p:txBody>
          <a:bodyPr lIns="68567" tIns="34283" rIns="68567" bIns="34283" rtlCol="0" anchor="ctr"/>
          <a:lstStyle/>
          <a:p>
            <a:pPr algn="ctr" defTabSz="685800" fontAlgn="auto">
              <a:spcBef>
                <a:spcPts val="0"/>
              </a:spcBef>
              <a:spcAft>
                <a:spcPts val="0"/>
              </a:spcAft>
              <a:defRPr/>
            </a:pPr>
            <a:r>
              <a:rPr lang="en-US" sz="900" kern="0" dirty="0">
                <a:solidFill>
                  <a:prstClr val="black"/>
                </a:solidFill>
                <a:latin typeface="Calibri"/>
              </a:rPr>
              <a:t>FEP</a:t>
            </a:r>
          </a:p>
        </p:txBody>
      </p:sp>
      <p:cxnSp>
        <p:nvCxnSpPr>
          <p:cNvPr id="113" name="Straight Arrow Connector 112">
            <a:extLst>
              <a:ext uri="{FF2B5EF4-FFF2-40B4-BE49-F238E27FC236}">
                <a16:creationId xmlns:a16="http://schemas.microsoft.com/office/drawing/2014/main" id="{C2DA7995-7D53-443C-937F-7302D8314581}"/>
              </a:ext>
            </a:extLst>
          </p:cNvPr>
          <p:cNvCxnSpPr>
            <a:cxnSpLocks/>
          </p:cNvCxnSpPr>
          <p:nvPr/>
        </p:nvCxnSpPr>
        <p:spPr>
          <a:xfrm>
            <a:off x="1722556" y="2398312"/>
            <a:ext cx="461969" cy="298610"/>
          </a:xfrm>
          <a:prstGeom prst="straightConnector1">
            <a:avLst/>
          </a:prstGeom>
          <a:noFill/>
          <a:ln w="25400" cap="flat" cmpd="sng" algn="ctr">
            <a:solidFill>
              <a:sysClr val="windowText" lastClr="000000"/>
            </a:solidFill>
            <a:prstDash val="solid"/>
            <a:tailEnd type="arrow"/>
          </a:ln>
          <a:effectLst>
            <a:outerShdw blurRad="40000" dist="20000" dir="5400000" rotWithShape="0">
              <a:srgbClr val="000000">
                <a:alpha val="38000"/>
              </a:srgbClr>
            </a:outerShdw>
          </a:effectLst>
        </p:spPr>
      </p:cxnSp>
      <p:sp>
        <p:nvSpPr>
          <p:cNvPr id="114" name="TextBox 113">
            <a:extLst>
              <a:ext uri="{FF2B5EF4-FFF2-40B4-BE49-F238E27FC236}">
                <a16:creationId xmlns:a16="http://schemas.microsoft.com/office/drawing/2014/main" id="{CF435AC6-8DE1-44C0-8CAB-A07B0B8B731D}"/>
              </a:ext>
            </a:extLst>
          </p:cNvPr>
          <p:cNvSpPr txBox="1"/>
          <p:nvPr/>
        </p:nvSpPr>
        <p:spPr>
          <a:xfrm rot="2296331">
            <a:off x="1798587" y="2374001"/>
            <a:ext cx="380126" cy="196193"/>
          </a:xfrm>
          <a:prstGeom prst="rect">
            <a:avLst/>
          </a:prstGeom>
          <a:noFill/>
        </p:spPr>
        <p:txBody>
          <a:bodyPr wrap="square" lIns="68567" tIns="34283" rIns="68567" bIns="34283" rtlCol="0">
            <a:spAutoFit/>
          </a:bodyPr>
          <a:lstStyle/>
          <a:p>
            <a:r>
              <a:rPr lang="en-US" sz="825" dirty="0">
                <a:solidFill>
                  <a:prstClr val="black"/>
                </a:solidFill>
                <a:latin typeface="Calibri"/>
              </a:rPr>
              <a:t>Email</a:t>
            </a:r>
          </a:p>
        </p:txBody>
      </p:sp>
      <p:sp>
        <p:nvSpPr>
          <p:cNvPr id="115" name="TextBox 114">
            <a:extLst>
              <a:ext uri="{FF2B5EF4-FFF2-40B4-BE49-F238E27FC236}">
                <a16:creationId xmlns:a16="http://schemas.microsoft.com/office/drawing/2014/main" id="{634ADEF8-7250-40E1-8D88-D11345AE432F}"/>
              </a:ext>
            </a:extLst>
          </p:cNvPr>
          <p:cNvSpPr txBox="1"/>
          <p:nvPr/>
        </p:nvSpPr>
        <p:spPr>
          <a:xfrm rot="18810012">
            <a:off x="2465775" y="2098385"/>
            <a:ext cx="696244" cy="196193"/>
          </a:xfrm>
          <a:prstGeom prst="rect">
            <a:avLst/>
          </a:prstGeom>
          <a:noFill/>
        </p:spPr>
        <p:txBody>
          <a:bodyPr wrap="square" lIns="68567" tIns="34283" rIns="68567" bIns="34283" rtlCol="0">
            <a:spAutoFit/>
          </a:bodyPr>
          <a:lstStyle/>
          <a:p>
            <a:r>
              <a:rPr lang="en-US" sz="825" dirty="0">
                <a:solidFill>
                  <a:prstClr val="black"/>
                </a:solidFill>
                <a:latin typeface="Calibri"/>
              </a:rPr>
              <a:t>File Receipt</a:t>
            </a:r>
          </a:p>
        </p:txBody>
      </p:sp>
      <p:cxnSp>
        <p:nvCxnSpPr>
          <p:cNvPr id="116" name="Straight Arrow Connector 115">
            <a:extLst>
              <a:ext uri="{FF2B5EF4-FFF2-40B4-BE49-F238E27FC236}">
                <a16:creationId xmlns:a16="http://schemas.microsoft.com/office/drawing/2014/main" id="{24AFA4E8-7A21-41FD-9E95-DB30124F5ED3}"/>
              </a:ext>
            </a:extLst>
          </p:cNvPr>
          <p:cNvCxnSpPr>
            <a:cxnSpLocks/>
          </p:cNvCxnSpPr>
          <p:nvPr/>
        </p:nvCxnSpPr>
        <p:spPr>
          <a:xfrm>
            <a:off x="1479285" y="2602359"/>
            <a:ext cx="705239" cy="176620"/>
          </a:xfrm>
          <a:prstGeom prst="straightConnector1">
            <a:avLst/>
          </a:prstGeom>
          <a:noFill/>
          <a:ln w="25400" cap="flat" cmpd="sng" algn="ctr">
            <a:solidFill>
              <a:sysClr val="windowText" lastClr="000000"/>
            </a:solidFill>
            <a:prstDash val="solid"/>
            <a:tailEnd type="arrow"/>
          </a:ln>
          <a:effectLst>
            <a:outerShdw blurRad="40000" dist="20000" dir="5400000" rotWithShape="0">
              <a:srgbClr val="000000">
                <a:alpha val="38000"/>
              </a:srgbClr>
            </a:outerShdw>
          </a:effectLst>
        </p:spPr>
      </p:cxnSp>
      <p:cxnSp>
        <p:nvCxnSpPr>
          <p:cNvPr id="117" name="Straight Arrow Connector 116">
            <a:extLst>
              <a:ext uri="{FF2B5EF4-FFF2-40B4-BE49-F238E27FC236}">
                <a16:creationId xmlns:a16="http://schemas.microsoft.com/office/drawing/2014/main" id="{D1E521D9-16F1-4A4D-BBD3-A34423C6F0FC}"/>
              </a:ext>
            </a:extLst>
          </p:cNvPr>
          <p:cNvCxnSpPr>
            <a:cxnSpLocks/>
            <a:endCxn id="112" idx="1"/>
          </p:cNvCxnSpPr>
          <p:nvPr/>
        </p:nvCxnSpPr>
        <p:spPr>
          <a:xfrm flipV="1">
            <a:off x="1455741" y="2907445"/>
            <a:ext cx="729063" cy="107094"/>
          </a:xfrm>
          <a:prstGeom prst="straightConnector1">
            <a:avLst/>
          </a:prstGeom>
          <a:noFill/>
          <a:ln w="25400" cap="flat" cmpd="sng" algn="ctr">
            <a:solidFill>
              <a:sysClr val="windowText" lastClr="000000"/>
            </a:solidFill>
            <a:prstDash val="solid"/>
            <a:tailEnd type="arrow"/>
          </a:ln>
          <a:effectLst>
            <a:outerShdw blurRad="40000" dist="20000" dir="5400000" rotWithShape="0">
              <a:srgbClr val="000000">
                <a:alpha val="38000"/>
              </a:srgbClr>
            </a:outerShdw>
          </a:effectLst>
        </p:spPr>
      </p:cxnSp>
      <p:cxnSp>
        <p:nvCxnSpPr>
          <p:cNvPr id="118" name="Straight Arrow Connector 117">
            <a:extLst>
              <a:ext uri="{FF2B5EF4-FFF2-40B4-BE49-F238E27FC236}">
                <a16:creationId xmlns:a16="http://schemas.microsoft.com/office/drawing/2014/main" id="{C2D21270-BDE2-46A3-95EA-FA403C307CF2}"/>
              </a:ext>
            </a:extLst>
          </p:cNvPr>
          <p:cNvCxnSpPr>
            <a:cxnSpLocks/>
          </p:cNvCxnSpPr>
          <p:nvPr/>
        </p:nvCxnSpPr>
        <p:spPr>
          <a:xfrm flipV="1">
            <a:off x="1431901" y="3190335"/>
            <a:ext cx="752624" cy="338496"/>
          </a:xfrm>
          <a:prstGeom prst="straightConnector1">
            <a:avLst/>
          </a:prstGeom>
          <a:noFill/>
          <a:ln w="25400" cap="flat" cmpd="sng" algn="ctr">
            <a:solidFill>
              <a:sysClr val="windowText" lastClr="000000"/>
            </a:solidFill>
            <a:prstDash val="solid"/>
            <a:tailEnd type="arrow"/>
          </a:ln>
          <a:effectLst>
            <a:outerShdw blurRad="40000" dist="20000" dir="5400000" rotWithShape="0">
              <a:srgbClr val="000000">
                <a:alpha val="38000"/>
              </a:srgbClr>
            </a:outerShdw>
          </a:effectLst>
        </p:spPr>
      </p:cxnSp>
      <p:sp>
        <p:nvSpPr>
          <p:cNvPr id="119" name="TextBox 118">
            <a:extLst>
              <a:ext uri="{FF2B5EF4-FFF2-40B4-BE49-F238E27FC236}">
                <a16:creationId xmlns:a16="http://schemas.microsoft.com/office/drawing/2014/main" id="{E2D6AFDA-32E5-4B70-B749-9A7E1CBD6FE4}"/>
              </a:ext>
            </a:extLst>
          </p:cNvPr>
          <p:cNvSpPr txBox="1"/>
          <p:nvPr/>
        </p:nvSpPr>
        <p:spPr>
          <a:xfrm rot="700674">
            <a:off x="1712622" y="2677739"/>
            <a:ext cx="380108" cy="196193"/>
          </a:xfrm>
          <a:prstGeom prst="rect">
            <a:avLst/>
          </a:prstGeom>
          <a:noFill/>
        </p:spPr>
        <p:txBody>
          <a:bodyPr wrap="square" lIns="68567" tIns="34283" rIns="68567" bIns="34283" rtlCol="0">
            <a:spAutoFit/>
          </a:bodyPr>
          <a:lstStyle/>
          <a:p>
            <a:r>
              <a:rPr lang="en-US" sz="825" dirty="0">
                <a:solidFill>
                  <a:prstClr val="black"/>
                </a:solidFill>
                <a:latin typeface="Calibri"/>
              </a:rPr>
              <a:t>ESRS</a:t>
            </a:r>
          </a:p>
        </p:txBody>
      </p:sp>
      <p:sp>
        <p:nvSpPr>
          <p:cNvPr id="120" name="TextBox 119">
            <a:extLst>
              <a:ext uri="{FF2B5EF4-FFF2-40B4-BE49-F238E27FC236}">
                <a16:creationId xmlns:a16="http://schemas.microsoft.com/office/drawing/2014/main" id="{FED2FC0C-B28E-4B15-B16E-2DE4526FE9D0}"/>
              </a:ext>
            </a:extLst>
          </p:cNvPr>
          <p:cNvSpPr txBox="1"/>
          <p:nvPr/>
        </p:nvSpPr>
        <p:spPr>
          <a:xfrm rot="20736753">
            <a:off x="1702278" y="2921386"/>
            <a:ext cx="476306" cy="196193"/>
          </a:xfrm>
          <a:prstGeom prst="rect">
            <a:avLst/>
          </a:prstGeom>
          <a:noFill/>
        </p:spPr>
        <p:txBody>
          <a:bodyPr wrap="square" lIns="68567" tIns="34283" rIns="68567" bIns="34283" rtlCol="0">
            <a:spAutoFit/>
          </a:bodyPr>
          <a:lstStyle/>
          <a:p>
            <a:r>
              <a:rPr lang="en-US" sz="825" dirty="0">
                <a:solidFill>
                  <a:prstClr val="black"/>
                </a:solidFill>
                <a:latin typeface="Calibri"/>
              </a:rPr>
              <a:t>Modem</a:t>
            </a:r>
          </a:p>
        </p:txBody>
      </p:sp>
      <p:sp>
        <p:nvSpPr>
          <p:cNvPr id="121" name="TextBox 120">
            <a:extLst>
              <a:ext uri="{FF2B5EF4-FFF2-40B4-BE49-F238E27FC236}">
                <a16:creationId xmlns:a16="http://schemas.microsoft.com/office/drawing/2014/main" id="{CCFC74C7-5BDC-4348-9598-1C5B644C1CD9}"/>
              </a:ext>
            </a:extLst>
          </p:cNvPr>
          <p:cNvSpPr txBox="1"/>
          <p:nvPr/>
        </p:nvSpPr>
        <p:spPr>
          <a:xfrm rot="20339203">
            <a:off x="1752516" y="3127630"/>
            <a:ext cx="340451" cy="196193"/>
          </a:xfrm>
          <a:prstGeom prst="rect">
            <a:avLst/>
          </a:prstGeom>
          <a:noFill/>
        </p:spPr>
        <p:txBody>
          <a:bodyPr wrap="square" lIns="68567" tIns="34283" rIns="68567" bIns="34283" rtlCol="0">
            <a:spAutoFit/>
          </a:bodyPr>
          <a:lstStyle/>
          <a:p>
            <a:r>
              <a:rPr lang="en-US" sz="825" dirty="0">
                <a:solidFill>
                  <a:prstClr val="black"/>
                </a:solidFill>
                <a:latin typeface="Calibri"/>
              </a:rPr>
              <a:t>FTPS</a:t>
            </a:r>
          </a:p>
        </p:txBody>
      </p:sp>
      <p:sp>
        <p:nvSpPr>
          <p:cNvPr id="122" name="Flowchart: Process 121">
            <a:extLst>
              <a:ext uri="{FF2B5EF4-FFF2-40B4-BE49-F238E27FC236}">
                <a16:creationId xmlns:a16="http://schemas.microsoft.com/office/drawing/2014/main" id="{3FAD5B96-17BA-476E-8514-10ECAD0E92D2}"/>
              </a:ext>
            </a:extLst>
          </p:cNvPr>
          <p:cNvSpPr/>
          <p:nvPr/>
        </p:nvSpPr>
        <p:spPr>
          <a:xfrm>
            <a:off x="1128581" y="2257738"/>
            <a:ext cx="594104" cy="1489316"/>
          </a:xfrm>
          <a:prstGeom prst="flowChartProcess">
            <a:avLst/>
          </a:prstGeom>
          <a:gradFill rotWithShape="1">
            <a:gsLst>
              <a:gs pos="0">
                <a:srgbClr val="9BBB59">
                  <a:tint val="50000"/>
                  <a:satMod val="300000"/>
                </a:srgbClr>
              </a:gs>
              <a:gs pos="35000">
                <a:srgbClr val="9BBB59">
                  <a:tint val="37000"/>
                  <a:satMod val="300000"/>
                </a:srgbClr>
              </a:gs>
              <a:gs pos="100000">
                <a:srgbClr val="9BBB59">
                  <a:tint val="15000"/>
                  <a:satMod val="350000"/>
                </a:srgbClr>
              </a:gs>
            </a:gsLst>
            <a:lin ang="16200000" scaled="1"/>
          </a:gradFill>
          <a:ln w="9525" cap="flat" cmpd="sng" algn="ctr">
            <a:solidFill>
              <a:srgbClr val="9BBB59">
                <a:shade val="95000"/>
                <a:satMod val="105000"/>
              </a:srgbClr>
            </a:solidFill>
            <a:prstDash val="solid"/>
          </a:ln>
          <a:effectLst>
            <a:outerShdw blurRad="40000" dist="20000" dir="5400000" rotWithShape="0">
              <a:srgbClr val="000000">
                <a:alpha val="38000"/>
              </a:srgbClr>
            </a:outerShdw>
          </a:effectLst>
        </p:spPr>
        <p:txBody>
          <a:bodyPr lIns="68567" tIns="34283" rIns="68567" bIns="34283" rtlCol="0" anchor="ctr"/>
          <a:lstStyle/>
          <a:p>
            <a:pPr algn="ctr" defTabSz="685800" fontAlgn="auto">
              <a:spcBef>
                <a:spcPts val="0"/>
              </a:spcBef>
              <a:spcAft>
                <a:spcPts val="0"/>
              </a:spcAft>
              <a:defRPr/>
            </a:pPr>
            <a:r>
              <a:rPr lang="en-US" sz="900" kern="0" dirty="0">
                <a:solidFill>
                  <a:prstClr val="black"/>
                </a:solidFill>
                <a:latin typeface="Calibri"/>
              </a:rPr>
              <a:t>EMC Customer sends file</a:t>
            </a:r>
          </a:p>
        </p:txBody>
      </p:sp>
      <p:sp>
        <p:nvSpPr>
          <p:cNvPr id="123" name="Flowchart: Process 122">
            <a:extLst>
              <a:ext uri="{FF2B5EF4-FFF2-40B4-BE49-F238E27FC236}">
                <a16:creationId xmlns:a16="http://schemas.microsoft.com/office/drawing/2014/main" id="{95FD0AD0-786E-486B-8A1C-7183716317F5}"/>
              </a:ext>
            </a:extLst>
          </p:cNvPr>
          <p:cNvSpPr/>
          <p:nvPr/>
        </p:nvSpPr>
        <p:spPr>
          <a:xfrm>
            <a:off x="3984653" y="1780836"/>
            <a:ext cx="546818" cy="461929"/>
          </a:xfrm>
          <a:prstGeom prst="flowChartProcess">
            <a:avLst/>
          </a:prstGeom>
          <a:gradFill rotWithShape="1">
            <a:gsLst>
              <a:gs pos="0">
                <a:srgbClr val="9BBB59">
                  <a:tint val="50000"/>
                  <a:satMod val="300000"/>
                </a:srgbClr>
              </a:gs>
              <a:gs pos="35000">
                <a:srgbClr val="9BBB59">
                  <a:tint val="37000"/>
                  <a:satMod val="300000"/>
                </a:srgbClr>
              </a:gs>
              <a:gs pos="100000">
                <a:srgbClr val="9BBB59">
                  <a:tint val="15000"/>
                  <a:satMod val="350000"/>
                </a:srgbClr>
              </a:gs>
            </a:gsLst>
            <a:lin ang="16200000" scaled="1"/>
          </a:gradFill>
          <a:ln w="9525" cap="flat" cmpd="sng" algn="ctr">
            <a:solidFill>
              <a:srgbClr val="9BBB59">
                <a:shade val="95000"/>
                <a:satMod val="105000"/>
              </a:srgbClr>
            </a:solidFill>
            <a:prstDash val="solid"/>
          </a:ln>
          <a:effectLst>
            <a:outerShdw blurRad="40000" dist="20000" dir="5400000" rotWithShape="0">
              <a:srgbClr val="000000">
                <a:alpha val="38000"/>
              </a:srgbClr>
            </a:outerShdw>
          </a:effectLst>
        </p:spPr>
        <p:txBody>
          <a:bodyPr lIns="68567" tIns="34283" rIns="68567" bIns="34283" rtlCol="0" anchor="ctr"/>
          <a:lstStyle/>
          <a:p>
            <a:pPr algn="ctr" defTabSz="685800" fontAlgn="auto">
              <a:spcBef>
                <a:spcPts val="0"/>
              </a:spcBef>
              <a:spcAft>
                <a:spcPts val="0"/>
              </a:spcAft>
              <a:defRPr/>
            </a:pPr>
            <a:r>
              <a:rPr lang="en-US" sz="900" kern="0" dirty="0">
                <a:solidFill>
                  <a:prstClr val="black"/>
                </a:solidFill>
                <a:latin typeface="Calibri"/>
              </a:rPr>
              <a:t>File Parser</a:t>
            </a:r>
          </a:p>
        </p:txBody>
      </p:sp>
      <p:sp>
        <p:nvSpPr>
          <p:cNvPr id="124" name="Flowchart: Process 123">
            <a:extLst>
              <a:ext uri="{FF2B5EF4-FFF2-40B4-BE49-F238E27FC236}">
                <a16:creationId xmlns:a16="http://schemas.microsoft.com/office/drawing/2014/main" id="{ED44EF6E-6E5D-45E5-BB64-80A678CCDBB5}"/>
              </a:ext>
            </a:extLst>
          </p:cNvPr>
          <p:cNvSpPr/>
          <p:nvPr/>
        </p:nvSpPr>
        <p:spPr>
          <a:xfrm>
            <a:off x="3463783" y="1257211"/>
            <a:ext cx="510292" cy="465429"/>
          </a:xfrm>
          <a:prstGeom prst="flowChartProcess">
            <a:avLst/>
          </a:prstGeom>
          <a:gradFill rotWithShape="1">
            <a:gsLst>
              <a:gs pos="0">
                <a:srgbClr val="9BBB59">
                  <a:tint val="50000"/>
                  <a:satMod val="300000"/>
                </a:srgbClr>
              </a:gs>
              <a:gs pos="35000">
                <a:srgbClr val="9BBB59">
                  <a:tint val="37000"/>
                  <a:satMod val="300000"/>
                </a:srgbClr>
              </a:gs>
              <a:gs pos="100000">
                <a:srgbClr val="9BBB59">
                  <a:tint val="15000"/>
                  <a:satMod val="350000"/>
                </a:srgbClr>
              </a:gs>
            </a:gsLst>
            <a:lin ang="16200000" scaled="1"/>
          </a:gradFill>
          <a:ln w="9525" cap="flat" cmpd="sng" algn="ctr">
            <a:solidFill>
              <a:srgbClr val="9BBB59">
                <a:shade val="95000"/>
                <a:satMod val="105000"/>
              </a:srgbClr>
            </a:solidFill>
            <a:prstDash val="solid"/>
          </a:ln>
          <a:effectLst>
            <a:outerShdw blurRad="40000" dist="20000" dir="5400000" rotWithShape="0">
              <a:srgbClr val="000000">
                <a:alpha val="38000"/>
              </a:srgbClr>
            </a:outerShdw>
          </a:effectLst>
        </p:spPr>
        <p:txBody>
          <a:bodyPr lIns="68567" tIns="34283" rIns="68567" bIns="34283" rtlCol="0" anchor="ctr"/>
          <a:lstStyle/>
          <a:p>
            <a:pPr algn="ctr" defTabSz="685800" fontAlgn="auto">
              <a:spcBef>
                <a:spcPts val="0"/>
              </a:spcBef>
              <a:spcAft>
                <a:spcPts val="0"/>
              </a:spcAft>
              <a:defRPr/>
            </a:pPr>
            <a:r>
              <a:rPr lang="en-US" sz="825" kern="0" dirty="0">
                <a:solidFill>
                  <a:prstClr val="black"/>
                </a:solidFill>
                <a:latin typeface="Calibri"/>
              </a:rPr>
              <a:t>File </a:t>
            </a:r>
          </a:p>
          <a:p>
            <a:pPr algn="ctr" defTabSz="685800" fontAlgn="auto">
              <a:spcBef>
                <a:spcPts val="0"/>
              </a:spcBef>
              <a:spcAft>
                <a:spcPts val="0"/>
              </a:spcAft>
              <a:defRPr/>
            </a:pPr>
            <a:r>
              <a:rPr lang="en-US" sz="825" kern="0" dirty="0">
                <a:solidFill>
                  <a:prstClr val="black"/>
                </a:solidFill>
                <a:latin typeface="Calibri"/>
              </a:rPr>
              <a:t>Router</a:t>
            </a:r>
          </a:p>
        </p:txBody>
      </p:sp>
      <p:cxnSp>
        <p:nvCxnSpPr>
          <p:cNvPr id="125" name="Shape 49">
            <a:extLst>
              <a:ext uri="{FF2B5EF4-FFF2-40B4-BE49-F238E27FC236}">
                <a16:creationId xmlns:a16="http://schemas.microsoft.com/office/drawing/2014/main" id="{99811BEC-3F74-4B70-BA1E-1EAC807D749B}"/>
              </a:ext>
            </a:extLst>
          </p:cNvPr>
          <p:cNvCxnSpPr>
            <a:cxnSpLocks/>
            <a:stCxn id="155" idx="2"/>
          </p:cNvCxnSpPr>
          <p:nvPr/>
        </p:nvCxnSpPr>
        <p:spPr>
          <a:xfrm rot="5400000">
            <a:off x="3658999" y="3555454"/>
            <a:ext cx="1196276" cy="5585"/>
          </a:xfrm>
          <a:prstGeom prst="bentConnector3">
            <a:avLst>
              <a:gd name="adj1" fmla="val 96689"/>
            </a:avLst>
          </a:prstGeom>
          <a:noFill/>
          <a:ln w="25400" cap="flat" cmpd="sng" algn="ctr">
            <a:solidFill>
              <a:srgbClr val="4F81BD"/>
            </a:solidFill>
            <a:prstDash val="solid"/>
            <a:tailEnd type="arrow"/>
          </a:ln>
          <a:effectLst>
            <a:outerShdw blurRad="40000" dist="20000" dir="5400000" rotWithShape="0">
              <a:srgbClr val="000000">
                <a:alpha val="38000"/>
              </a:srgbClr>
            </a:outerShdw>
          </a:effectLst>
        </p:spPr>
      </p:cxnSp>
      <p:cxnSp>
        <p:nvCxnSpPr>
          <p:cNvPr id="126" name="Elbow Connector 53">
            <a:extLst>
              <a:ext uri="{FF2B5EF4-FFF2-40B4-BE49-F238E27FC236}">
                <a16:creationId xmlns:a16="http://schemas.microsoft.com/office/drawing/2014/main" id="{AAF426C2-A381-4A27-B6CB-BCD488BF4522}"/>
              </a:ext>
            </a:extLst>
          </p:cNvPr>
          <p:cNvCxnSpPr>
            <a:cxnSpLocks/>
            <a:stCxn id="124" idx="3"/>
            <a:endCxn id="123" idx="0"/>
          </p:cNvCxnSpPr>
          <p:nvPr/>
        </p:nvCxnSpPr>
        <p:spPr>
          <a:xfrm>
            <a:off x="3974075" y="1489927"/>
            <a:ext cx="283988" cy="290909"/>
          </a:xfrm>
          <a:prstGeom prst="bentConnector2">
            <a:avLst/>
          </a:prstGeom>
          <a:noFill/>
          <a:ln w="25400" cap="flat" cmpd="sng" algn="ctr">
            <a:solidFill>
              <a:srgbClr val="4F81BD"/>
            </a:solidFill>
            <a:prstDash val="solid"/>
            <a:tailEnd type="arrow"/>
          </a:ln>
          <a:effectLst>
            <a:outerShdw blurRad="40000" dist="20000" dir="5400000" rotWithShape="0">
              <a:srgbClr val="000000">
                <a:alpha val="38000"/>
              </a:srgbClr>
            </a:outerShdw>
          </a:effectLst>
        </p:spPr>
      </p:cxnSp>
      <p:sp>
        <p:nvSpPr>
          <p:cNvPr id="127" name="Flowchart: Process 126">
            <a:extLst>
              <a:ext uri="{FF2B5EF4-FFF2-40B4-BE49-F238E27FC236}">
                <a16:creationId xmlns:a16="http://schemas.microsoft.com/office/drawing/2014/main" id="{D1F97408-B635-45BF-A97F-608CF490E61A}"/>
              </a:ext>
            </a:extLst>
          </p:cNvPr>
          <p:cNvSpPr/>
          <p:nvPr/>
        </p:nvSpPr>
        <p:spPr>
          <a:xfrm>
            <a:off x="5802904" y="2955102"/>
            <a:ext cx="629186" cy="514350"/>
          </a:xfrm>
          <a:prstGeom prst="flowChartProcess">
            <a:avLst/>
          </a:prstGeom>
          <a:gradFill rotWithShape="1">
            <a:gsLst>
              <a:gs pos="0">
                <a:srgbClr val="9BBB59">
                  <a:tint val="50000"/>
                  <a:satMod val="300000"/>
                </a:srgbClr>
              </a:gs>
              <a:gs pos="35000">
                <a:srgbClr val="9BBB59">
                  <a:tint val="37000"/>
                  <a:satMod val="300000"/>
                </a:srgbClr>
              </a:gs>
              <a:gs pos="100000">
                <a:srgbClr val="9BBB59">
                  <a:tint val="15000"/>
                  <a:satMod val="350000"/>
                </a:srgbClr>
              </a:gs>
            </a:gsLst>
            <a:lin ang="16200000" scaled="1"/>
          </a:gradFill>
          <a:ln w="9525" cap="flat" cmpd="sng" algn="ctr">
            <a:solidFill>
              <a:srgbClr val="9BBB59">
                <a:shade val="95000"/>
                <a:satMod val="105000"/>
              </a:srgbClr>
            </a:solidFill>
            <a:prstDash val="solid"/>
          </a:ln>
          <a:effectLst>
            <a:outerShdw blurRad="40000" dist="20000" dir="5400000" rotWithShape="0">
              <a:srgbClr val="000000">
                <a:alpha val="38000"/>
              </a:srgbClr>
            </a:outerShdw>
          </a:effectLst>
        </p:spPr>
        <p:txBody>
          <a:bodyPr lIns="68567" tIns="34283" rIns="68567" bIns="34283" rtlCol="0" anchor="ctr"/>
          <a:lstStyle/>
          <a:p>
            <a:pPr algn="ctr" defTabSz="685800" fontAlgn="auto">
              <a:spcBef>
                <a:spcPts val="0"/>
              </a:spcBef>
              <a:spcAft>
                <a:spcPts val="0"/>
              </a:spcAft>
              <a:defRPr/>
            </a:pPr>
            <a:r>
              <a:rPr lang="en-US" sz="900" kern="0" dirty="0">
                <a:solidFill>
                  <a:prstClr val="black"/>
                </a:solidFill>
                <a:latin typeface="Calibri"/>
              </a:rPr>
              <a:t>Service Request</a:t>
            </a:r>
          </a:p>
        </p:txBody>
      </p:sp>
      <p:sp>
        <p:nvSpPr>
          <p:cNvPr id="128" name="Flowchart: Magnetic Disk 127">
            <a:extLst>
              <a:ext uri="{FF2B5EF4-FFF2-40B4-BE49-F238E27FC236}">
                <a16:creationId xmlns:a16="http://schemas.microsoft.com/office/drawing/2014/main" id="{DF6E53E6-82ED-4335-854F-28F83229B445}"/>
              </a:ext>
            </a:extLst>
          </p:cNvPr>
          <p:cNvSpPr/>
          <p:nvPr/>
        </p:nvSpPr>
        <p:spPr>
          <a:xfrm>
            <a:off x="7119655" y="2863718"/>
            <a:ext cx="557794" cy="581439"/>
          </a:xfrm>
          <a:prstGeom prst="flowChartMagneticDisk">
            <a:avLst/>
          </a:prstGeom>
          <a:gradFill rotWithShape="1">
            <a:gsLst>
              <a:gs pos="0">
                <a:srgbClr val="9BBB59">
                  <a:tint val="50000"/>
                  <a:satMod val="300000"/>
                </a:srgbClr>
              </a:gs>
              <a:gs pos="35000">
                <a:srgbClr val="9BBB59">
                  <a:tint val="37000"/>
                  <a:satMod val="300000"/>
                </a:srgbClr>
              </a:gs>
              <a:gs pos="100000">
                <a:srgbClr val="9BBB59">
                  <a:tint val="15000"/>
                  <a:satMod val="350000"/>
                </a:srgbClr>
              </a:gs>
            </a:gsLst>
            <a:lin ang="16200000" scaled="1"/>
          </a:gradFill>
          <a:ln w="9525" cap="flat" cmpd="sng" algn="ctr">
            <a:solidFill>
              <a:srgbClr val="9BBB59">
                <a:shade val="95000"/>
                <a:satMod val="105000"/>
              </a:srgbClr>
            </a:solidFill>
            <a:prstDash val="solid"/>
          </a:ln>
          <a:effectLst>
            <a:outerShdw blurRad="40000" dist="20000" dir="5400000" rotWithShape="0">
              <a:srgbClr val="000000">
                <a:alpha val="38000"/>
              </a:srgbClr>
            </a:outerShdw>
          </a:effectLst>
        </p:spPr>
        <p:txBody>
          <a:bodyPr lIns="51483" tIns="25742" rIns="51483" bIns="25742" rtlCol="0" anchor="ctr"/>
          <a:lstStyle/>
          <a:p>
            <a:pPr algn="ctr" defTabSz="685800" fontAlgn="auto">
              <a:spcBef>
                <a:spcPts val="0"/>
              </a:spcBef>
              <a:spcAft>
                <a:spcPts val="0"/>
              </a:spcAft>
              <a:defRPr/>
            </a:pPr>
            <a:r>
              <a:rPr lang="en-US" sz="900" kern="0" dirty="0">
                <a:solidFill>
                  <a:prstClr val="black"/>
                </a:solidFill>
                <a:latin typeface="Calibri"/>
              </a:rPr>
              <a:t>S360</a:t>
            </a:r>
          </a:p>
        </p:txBody>
      </p:sp>
      <p:cxnSp>
        <p:nvCxnSpPr>
          <p:cNvPr id="129" name="Straight Arrow Connector 128">
            <a:extLst>
              <a:ext uri="{FF2B5EF4-FFF2-40B4-BE49-F238E27FC236}">
                <a16:creationId xmlns:a16="http://schemas.microsoft.com/office/drawing/2014/main" id="{67F10DE6-CB8A-4C93-9C30-5224A8839828}"/>
              </a:ext>
            </a:extLst>
          </p:cNvPr>
          <p:cNvCxnSpPr>
            <a:stCxn id="127" idx="3"/>
            <a:endCxn id="128" idx="2"/>
          </p:cNvCxnSpPr>
          <p:nvPr/>
        </p:nvCxnSpPr>
        <p:spPr>
          <a:xfrm flipV="1">
            <a:off x="6432089" y="3154439"/>
            <a:ext cx="687566" cy="57839"/>
          </a:xfrm>
          <a:prstGeom prst="straightConnector1">
            <a:avLst/>
          </a:prstGeom>
          <a:noFill/>
          <a:ln w="28575" cap="flat" cmpd="sng" algn="ctr">
            <a:solidFill>
              <a:srgbClr val="4F81BD"/>
            </a:solidFill>
            <a:prstDash val="solid"/>
            <a:tailEnd type="arrow"/>
          </a:ln>
          <a:effectLst>
            <a:outerShdw blurRad="40000" dist="20000" dir="5400000" rotWithShape="0">
              <a:srgbClr val="000000">
                <a:alpha val="38000"/>
              </a:srgbClr>
            </a:outerShdw>
          </a:effectLst>
        </p:spPr>
      </p:cxnSp>
      <p:sp>
        <p:nvSpPr>
          <p:cNvPr id="131" name="TextBox 130">
            <a:extLst>
              <a:ext uri="{FF2B5EF4-FFF2-40B4-BE49-F238E27FC236}">
                <a16:creationId xmlns:a16="http://schemas.microsoft.com/office/drawing/2014/main" id="{7B96215B-163F-4E84-9CD6-F259912930D6}"/>
              </a:ext>
            </a:extLst>
          </p:cNvPr>
          <p:cNvSpPr txBox="1"/>
          <p:nvPr/>
        </p:nvSpPr>
        <p:spPr>
          <a:xfrm rot="20322199">
            <a:off x="5625857" y="2190351"/>
            <a:ext cx="831332" cy="173110"/>
          </a:xfrm>
          <a:prstGeom prst="rect">
            <a:avLst/>
          </a:prstGeom>
          <a:noFill/>
        </p:spPr>
        <p:txBody>
          <a:bodyPr wrap="square" lIns="68567" tIns="34283" rIns="68567" bIns="34283" rtlCol="0">
            <a:spAutoFit/>
          </a:bodyPr>
          <a:lstStyle/>
          <a:p>
            <a:r>
              <a:rPr lang="en-US" sz="675" dirty="0">
                <a:solidFill>
                  <a:prstClr val="black"/>
                </a:solidFill>
                <a:latin typeface="Calibri"/>
              </a:rPr>
              <a:t>Real-Time Lookup</a:t>
            </a:r>
          </a:p>
        </p:txBody>
      </p:sp>
      <p:sp>
        <p:nvSpPr>
          <p:cNvPr id="133" name="Flowchart: Process 132">
            <a:extLst>
              <a:ext uri="{FF2B5EF4-FFF2-40B4-BE49-F238E27FC236}">
                <a16:creationId xmlns:a16="http://schemas.microsoft.com/office/drawing/2014/main" id="{DAADF48C-18F4-4552-BC64-3A593BE059A8}"/>
              </a:ext>
            </a:extLst>
          </p:cNvPr>
          <p:cNvSpPr/>
          <p:nvPr/>
        </p:nvSpPr>
        <p:spPr>
          <a:xfrm>
            <a:off x="3070280" y="3398597"/>
            <a:ext cx="686515" cy="491987"/>
          </a:xfrm>
          <a:prstGeom prst="flowChartProcess">
            <a:avLst/>
          </a:prstGeom>
          <a:gradFill rotWithShape="1">
            <a:gsLst>
              <a:gs pos="0">
                <a:srgbClr val="9BBB59">
                  <a:tint val="50000"/>
                  <a:satMod val="300000"/>
                </a:srgbClr>
              </a:gs>
              <a:gs pos="35000">
                <a:srgbClr val="9BBB59">
                  <a:tint val="37000"/>
                  <a:satMod val="300000"/>
                </a:srgbClr>
              </a:gs>
              <a:gs pos="100000">
                <a:srgbClr val="9BBB59">
                  <a:tint val="15000"/>
                  <a:satMod val="350000"/>
                </a:srgbClr>
              </a:gs>
            </a:gsLst>
            <a:lin ang="16200000" scaled="1"/>
          </a:gradFill>
          <a:ln w="9525" cap="flat" cmpd="sng" algn="ctr">
            <a:solidFill>
              <a:srgbClr val="9BBB59">
                <a:shade val="95000"/>
                <a:satMod val="105000"/>
              </a:srgbClr>
            </a:solidFill>
            <a:prstDash val="solid"/>
          </a:ln>
          <a:effectLst>
            <a:outerShdw blurRad="40000" dist="20000" dir="5400000" rotWithShape="0">
              <a:srgbClr val="000000">
                <a:alpha val="38000"/>
              </a:srgbClr>
            </a:outerShdw>
          </a:effectLst>
        </p:spPr>
        <p:txBody>
          <a:bodyPr lIns="68567" tIns="34283" rIns="68567" bIns="34283" rtlCol="0" anchor="ctr"/>
          <a:lstStyle/>
          <a:p>
            <a:pPr algn="ctr" defTabSz="685800" fontAlgn="auto">
              <a:spcBef>
                <a:spcPts val="0"/>
              </a:spcBef>
              <a:spcAft>
                <a:spcPts val="0"/>
              </a:spcAft>
              <a:defRPr/>
            </a:pPr>
            <a:r>
              <a:rPr lang="en-US" sz="900" kern="0" dirty="0">
                <a:solidFill>
                  <a:prstClr val="black"/>
                </a:solidFill>
                <a:latin typeface="Calibri"/>
              </a:rPr>
              <a:t>CLM RPT</a:t>
            </a:r>
          </a:p>
        </p:txBody>
      </p:sp>
      <p:cxnSp>
        <p:nvCxnSpPr>
          <p:cNvPr id="134" name="Straight Arrow Connector 133">
            <a:extLst>
              <a:ext uri="{FF2B5EF4-FFF2-40B4-BE49-F238E27FC236}">
                <a16:creationId xmlns:a16="http://schemas.microsoft.com/office/drawing/2014/main" id="{32B7B078-7ED2-435C-A669-CBF1A41EF071}"/>
              </a:ext>
            </a:extLst>
          </p:cNvPr>
          <p:cNvCxnSpPr>
            <a:stCxn id="124" idx="2"/>
            <a:endCxn id="133" idx="0"/>
          </p:cNvCxnSpPr>
          <p:nvPr/>
        </p:nvCxnSpPr>
        <p:spPr>
          <a:xfrm flipH="1">
            <a:off x="3413538" y="1722640"/>
            <a:ext cx="305392" cy="1675956"/>
          </a:xfrm>
          <a:prstGeom prst="straightConnector1">
            <a:avLst/>
          </a:prstGeom>
          <a:noFill/>
          <a:ln w="28575" cap="flat" cmpd="sng" algn="ctr">
            <a:solidFill>
              <a:srgbClr val="4F81BD"/>
            </a:solidFill>
            <a:prstDash val="solid"/>
            <a:tailEnd type="arrow"/>
          </a:ln>
          <a:effectLst>
            <a:outerShdw blurRad="40000" dist="20000" dir="5400000" rotWithShape="0">
              <a:srgbClr val="000000">
                <a:alpha val="38000"/>
              </a:srgbClr>
            </a:outerShdw>
          </a:effectLst>
        </p:spPr>
      </p:cxnSp>
      <p:sp>
        <p:nvSpPr>
          <p:cNvPr id="135" name="Flowchart: Magnetic Disk 134">
            <a:extLst>
              <a:ext uri="{FF2B5EF4-FFF2-40B4-BE49-F238E27FC236}">
                <a16:creationId xmlns:a16="http://schemas.microsoft.com/office/drawing/2014/main" id="{2B7882BD-824D-4166-B0E9-63C8295220AE}"/>
              </a:ext>
            </a:extLst>
          </p:cNvPr>
          <p:cNvSpPr/>
          <p:nvPr/>
        </p:nvSpPr>
        <p:spPr>
          <a:xfrm>
            <a:off x="4905146" y="1813763"/>
            <a:ext cx="514350" cy="571500"/>
          </a:xfrm>
          <a:prstGeom prst="flowChartMagneticDisk">
            <a:avLst/>
          </a:prstGeom>
          <a:gradFill rotWithShape="1">
            <a:gsLst>
              <a:gs pos="0">
                <a:srgbClr val="9BBB59">
                  <a:tint val="50000"/>
                  <a:satMod val="300000"/>
                </a:srgbClr>
              </a:gs>
              <a:gs pos="35000">
                <a:srgbClr val="9BBB59">
                  <a:tint val="37000"/>
                  <a:satMod val="300000"/>
                </a:srgbClr>
              </a:gs>
              <a:gs pos="100000">
                <a:srgbClr val="9BBB59">
                  <a:tint val="15000"/>
                  <a:satMod val="350000"/>
                </a:srgbClr>
              </a:gs>
            </a:gsLst>
            <a:lin ang="16200000" scaled="1"/>
          </a:gradFill>
          <a:ln w="9525" cap="flat" cmpd="sng" algn="ctr">
            <a:solidFill>
              <a:srgbClr val="9BBB59">
                <a:shade val="95000"/>
                <a:satMod val="105000"/>
              </a:srgbClr>
            </a:solidFill>
            <a:prstDash val="solid"/>
          </a:ln>
          <a:effectLst>
            <a:outerShdw blurRad="40000" dist="20000" dir="5400000" rotWithShape="0">
              <a:srgbClr val="000000">
                <a:alpha val="38000"/>
              </a:srgbClr>
            </a:outerShdw>
          </a:effectLst>
        </p:spPr>
        <p:txBody>
          <a:bodyPr lIns="51483" tIns="25742" rIns="51483" bIns="25742" rtlCol="0" anchor="ctr"/>
          <a:lstStyle/>
          <a:p>
            <a:pPr algn="ctr" defTabSz="685800" fontAlgn="auto">
              <a:spcBef>
                <a:spcPts val="0"/>
              </a:spcBef>
              <a:spcAft>
                <a:spcPts val="0"/>
              </a:spcAft>
              <a:defRPr/>
            </a:pPr>
            <a:r>
              <a:rPr lang="en-US" sz="900" kern="0" dirty="0">
                <a:solidFill>
                  <a:prstClr val="black"/>
                </a:solidFill>
                <a:latin typeface="Calibri"/>
              </a:rPr>
              <a:t>CLM DB</a:t>
            </a:r>
          </a:p>
        </p:txBody>
      </p:sp>
      <p:sp>
        <p:nvSpPr>
          <p:cNvPr id="136" name="TextBox 135">
            <a:extLst>
              <a:ext uri="{FF2B5EF4-FFF2-40B4-BE49-F238E27FC236}">
                <a16:creationId xmlns:a16="http://schemas.microsoft.com/office/drawing/2014/main" id="{B23B7BDC-20F8-4F0D-938A-6D032D310325}"/>
              </a:ext>
            </a:extLst>
          </p:cNvPr>
          <p:cNvSpPr txBox="1"/>
          <p:nvPr/>
        </p:nvSpPr>
        <p:spPr>
          <a:xfrm>
            <a:off x="4259929" y="826592"/>
            <a:ext cx="800100" cy="415498"/>
          </a:xfrm>
          <a:prstGeom prst="rect">
            <a:avLst/>
          </a:prstGeom>
          <a:noFill/>
        </p:spPr>
        <p:txBody>
          <a:bodyPr wrap="square" rtlCol="0">
            <a:spAutoFit/>
          </a:bodyPr>
          <a:lstStyle/>
          <a:p>
            <a:r>
              <a:rPr lang="en-US" sz="2100" b="1" dirty="0">
                <a:solidFill>
                  <a:srgbClr val="002060"/>
                </a:solidFill>
                <a:latin typeface="Calibri"/>
              </a:rPr>
              <a:t>CLM</a:t>
            </a:r>
          </a:p>
        </p:txBody>
      </p:sp>
      <p:sp>
        <p:nvSpPr>
          <p:cNvPr id="137" name="Rounded Rectangle 34">
            <a:extLst>
              <a:ext uri="{FF2B5EF4-FFF2-40B4-BE49-F238E27FC236}">
                <a16:creationId xmlns:a16="http://schemas.microsoft.com/office/drawing/2014/main" id="{A056E2D1-8D99-4D2D-9FDD-2D72CECBF219}"/>
              </a:ext>
            </a:extLst>
          </p:cNvPr>
          <p:cNvSpPr/>
          <p:nvPr/>
        </p:nvSpPr>
        <p:spPr>
          <a:xfrm>
            <a:off x="4801454" y="3765788"/>
            <a:ext cx="600075" cy="142875"/>
          </a:xfrm>
          <a:prstGeom prst="roundRect">
            <a:avLst/>
          </a:prstGeom>
          <a:gradFill rotWithShape="1">
            <a:gsLst>
              <a:gs pos="0">
                <a:srgbClr val="9BBB59">
                  <a:tint val="50000"/>
                  <a:satMod val="300000"/>
                </a:srgbClr>
              </a:gs>
              <a:gs pos="35000">
                <a:srgbClr val="9BBB59">
                  <a:tint val="37000"/>
                  <a:satMod val="300000"/>
                </a:srgbClr>
              </a:gs>
              <a:gs pos="100000">
                <a:srgbClr val="9BBB59">
                  <a:tint val="15000"/>
                  <a:satMod val="350000"/>
                </a:srgbClr>
              </a:gs>
            </a:gsLst>
            <a:lin ang="16200000" scaled="1"/>
          </a:gradFill>
          <a:ln w="9525" cap="flat" cmpd="sng" algn="ctr">
            <a:solidFill>
              <a:srgbClr val="9BBB59">
                <a:shade val="95000"/>
                <a:satMod val="105000"/>
              </a:srgbClr>
            </a:solidFill>
            <a:prstDash val="solid"/>
          </a:ln>
          <a:effectLst>
            <a:outerShdw blurRad="40000" dist="20000" dir="5400000" rotWithShape="0">
              <a:srgbClr val="000000">
                <a:alpha val="38000"/>
              </a:srgbClr>
            </a:outerShdw>
          </a:effectLst>
        </p:spPr>
        <p:txBody>
          <a:bodyPr rtlCol="0" anchor="ctr"/>
          <a:lstStyle/>
          <a:p>
            <a:pPr algn="ctr" defTabSz="685800" fontAlgn="auto">
              <a:spcBef>
                <a:spcPts val="0"/>
              </a:spcBef>
              <a:spcAft>
                <a:spcPts val="0"/>
              </a:spcAft>
              <a:defRPr/>
            </a:pPr>
            <a:r>
              <a:rPr lang="en-US" sz="675" kern="0" dirty="0">
                <a:solidFill>
                  <a:prstClr val="black"/>
                </a:solidFill>
                <a:latin typeface="Calibri"/>
              </a:rPr>
              <a:t>FICO BOM</a:t>
            </a:r>
          </a:p>
        </p:txBody>
      </p:sp>
      <p:sp>
        <p:nvSpPr>
          <p:cNvPr id="138" name="Flowchart: Predefined Process 137">
            <a:extLst>
              <a:ext uri="{FF2B5EF4-FFF2-40B4-BE49-F238E27FC236}">
                <a16:creationId xmlns:a16="http://schemas.microsoft.com/office/drawing/2014/main" id="{52260047-A3BF-44EC-96E3-A78FC6ED28E5}"/>
              </a:ext>
            </a:extLst>
          </p:cNvPr>
          <p:cNvSpPr/>
          <p:nvPr/>
        </p:nvSpPr>
        <p:spPr>
          <a:xfrm>
            <a:off x="4350017" y="1272625"/>
            <a:ext cx="923339" cy="260731"/>
          </a:xfrm>
          <a:prstGeom prst="flowChartPredefinedProcess">
            <a:avLst/>
          </a:prstGeom>
          <a:gradFill rotWithShape="1">
            <a:gsLst>
              <a:gs pos="0">
                <a:srgbClr val="9BBB59">
                  <a:tint val="50000"/>
                  <a:satMod val="300000"/>
                </a:srgbClr>
              </a:gs>
              <a:gs pos="35000">
                <a:srgbClr val="9BBB59">
                  <a:tint val="37000"/>
                  <a:satMod val="300000"/>
                </a:srgbClr>
              </a:gs>
              <a:gs pos="100000">
                <a:srgbClr val="9BBB59">
                  <a:tint val="15000"/>
                  <a:satMod val="350000"/>
                </a:srgbClr>
              </a:gs>
            </a:gsLst>
            <a:lin ang="16200000" scaled="1"/>
          </a:gradFill>
          <a:ln w="9525" cap="flat" cmpd="sng" algn="ctr">
            <a:solidFill>
              <a:srgbClr val="9BBB59">
                <a:shade val="95000"/>
                <a:satMod val="105000"/>
              </a:srgbClr>
            </a:solidFill>
            <a:prstDash val="solid"/>
          </a:ln>
          <a:effectLst>
            <a:outerShdw blurRad="40000" dist="20000" dir="5400000" rotWithShape="0">
              <a:srgbClr val="000000">
                <a:alpha val="38000"/>
              </a:srgbClr>
            </a:outerShdw>
          </a:effectLst>
        </p:spPr>
        <p:txBody>
          <a:bodyPr rtlCol="0" anchor="ctr"/>
          <a:lstStyle/>
          <a:p>
            <a:pPr defTabSz="685800" fontAlgn="auto">
              <a:spcBef>
                <a:spcPts val="0"/>
              </a:spcBef>
              <a:spcAft>
                <a:spcPts val="0"/>
              </a:spcAft>
              <a:defRPr/>
            </a:pPr>
            <a:r>
              <a:rPr lang="en-US" sz="900" kern="0" dirty="0">
                <a:solidFill>
                  <a:sysClr val="windowText" lastClr="000000"/>
                </a:solidFill>
                <a:latin typeface="Calibri"/>
              </a:rPr>
              <a:t>Dashboard</a:t>
            </a:r>
          </a:p>
        </p:txBody>
      </p:sp>
      <p:cxnSp>
        <p:nvCxnSpPr>
          <p:cNvPr id="139" name="Straight Arrow Connector 138">
            <a:extLst>
              <a:ext uri="{FF2B5EF4-FFF2-40B4-BE49-F238E27FC236}">
                <a16:creationId xmlns:a16="http://schemas.microsoft.com/office/drawing/2014/main" id="{1BCFE035-7897-4F64-A171-7B3D7D50EB1A}"/>
              </a:ext>
            </a:extLst>
          </p:cNvPr>
          <p:cNvCxnSpPr>
            <a:cxnSpLocks/>
            <a:stCxn id="135" idx="1"/>
            <a:endCxn id="138" idx="2"/>
          </p:cNvCxnSpPr>
          <p:nvPr/>
        </p:nvCxnSpPr>
        <p:spPr>
          <a:xfrm flipH="1" flipV="1">
            <a:off x="4811687" y="1533356"/>
            <a:ext cx="350634" cy="280407"/>
          </a:xfrm>
          <a:prstGeom prst="straightConnector1">
            <a:avLst/>
          </a:prstGeom>
          <a:noFill/>
          <a:ln w="28575" cap="flat" cmpd="sng" algn="ctr">
            <a:solidFill>
              <a:srgbClr val="4F81BD"/>
            </a:solidFill>
            <a:prstDash val="solid"/>
            <a:tailEnd type="arrow"/>
          </a:ln>
          <a:effectLst>
            <a:outerShdw blurRad="40000" dist="20000" dir="5400000" rotWithShape="0">
              <a:srgbClr val="000000">
                <a:alpha val="38000"/>
              </a:srgbClr>
            </a:outerShdw>
          </a:effectLst>
        </p:spPr>
      </p:cxnSp>
      <p:sp>
        <p:nvSpPr>
          <p:cNvPr id="140" name="Flowchart: Internal Storage 139">
            <a:extLst>
              <a:ext uri="{FF2B5EF4-FFF2-40B4-BE49-F238E27FC236}">
                <a16:creationId xmlns:a16="http://schemas.microsoft.com/office/drawing/2014/main" id="{36F095CE-1E45-45EE-B234-5365F633D717}"/>
              </a:ext>
            </a:extLst>
          </p:cNvPr>
          <p:cNvSpPr/>
          <p:nvPr/>
        </p:nvSpPr>
        <p:spPr>
          <a:xfrm>
            <a:off x="4758591" y="3918942"/>
            <a:ext cx="685800" cy="400050"/>
          </a:xfrm>
          <a:prstGeom prst="flowChartInternalStorage">
            <a:avLst/>
          </a:prstGeom>
          <a:gradFill rotWithShape="1">
            <a:gsLst>
              <a:gs pos="0">
                <a:srgbClr val="9BBB59">
                  <a:tint val="50000"/>
                  <a:satMod val="300000"/>
                </a:srgbClr>
              </a:gs>
              <a:gs pos="35000">
                <a:srgbClr val="9BBB59">
                  <a:tint val="37000"/>
                  <a:satMod val="300000"/>
                </a:srgbClr>
              </a:gs>
              <a:gs pos="100000">
                <a:srgbClr val="9BBB59">
                  <a:tint val="15000"/>
                  <a:satMod val="350000"/>
                </a:srgbClr>
              </a:gs>
            </a:gsLst>
            <a:lin ang="16200000" scaled="1"/>
          </a:gradFill>
          <a:ln w="9525" cap="flat" cmpd="sng" algn="ctr">
            <a:solidFill>
              <a:srgbClr val="9BBB59">
                <a:shade val="95000"/>
                <a:satMod val="105000"/>
              </a:srgbClr>
            </a:solidFill>
            <a:prstDash val="solid"/>
          </a:ln>
          <a:effectLst>
            <a:outerShdw blurRad="40000" dist="20000" dir="5400000" rotWithShape="0">
              <a:srgbClr val="000000">
                <a:alpha val="38000"/>
              </a:srgbClr>
            </a:outerShdw>
          </a:effectLst>
        </p:spPr>
        <p:txBody>
          <a:bodyPr rtlCol="0" anchor="ctr"/>
          <a:lstStyle/>
          <a:p>
            <a:pPr algn="ctr" defTabSz="685800" fontAlgn="auto">
              <a:spcBef>
                <a:spcPts val="0"/>
              </a:spcBef>
              <a:spcAft>
                <a:spcPts val="0"/>
              </a:spcAft>
              <a:defRPr/>
            </a:pPr>
            <a:r>
              <a:rPr lang="en-US" sz="900" kern="0" dirty="0">
                <a:solidFill>
                  <a:sysClr val="windowText" lastClr="000000"/>
                </a:solidFill>
                <a:latin typeface="Calibri"/>
              </a:rPr>
              <a:t>Rules Engine</a:t>
            </a:r>
          </a:p>
        </p:txBody>
      </p:sp>
      <p:cxnSp>
        <p:nvCxnSpPr>
          <p:cNvPr id="141" name="Straight Arrow Connector 140">
            <a:extLst>
              <a:ext uri="{FF2B5EF4-FFF2-40B4-BE49-F238E27FC236}">
                <a16:creationId xmlns:a16="http://schemas.microsoft.com/office/drawing/2014/main" id="{59448E61-9198-4D7C-A112-790CF98C616C}"/>
              </a:ext>
            </a:extLst>
          </p:cNvPr>
          <p:cNvCxnSpPr>
            <a:cxnSpLocks/>
            <a:endCxn id="140" idx="1"/>
          </p:cNvCxnSpPr>
          <p:nvPr/>
        </p:nvCxnSpPr>
        <p:spPr>
          <a:xfrm>
            <a:off x="4277900" y="4118967"/>
            <a:ext cx="480692" cy="0"/>
          </a:xfrm>
          <a:prstGeom prst="straightConnector1">
            <a:avLst/>
          </a:prstGeom>
          <a:noFill/>
          <a:ln w="38100" cap="flat" cmpd="sng" algn="ctr">
            <a:solidFill>
              <a:srgbClr val="4F81BD">
                <a:shade val="95000"/>
                <a:satMod val="105000"/>
              </a:srgbClr>
            </a:solidFill>
            <a:prstDash val="solid"/>
            <a:tailEnd type="arrow"/>
          </a:ln>
          <a:effectLst/>
        </p:spPr>
      </p:cxnSp>
      <p:sp>
        <p:nvSpPr>
          <p:cNvPr id="142" name="Flowchart: Process 141">
            <a:extLst>
              <a:ext uri="{FF2B5EF4-FFF2-40B4-BE49-F238E27FC236}">
                <a16:creationId xmlns:a16="http://schemas.microsoft.com/office/drawing/2014/main" id="{D8887042-C758-49C5-B9C0-669AF0299E89}"/>
              </a:ext>
            </a:extLst>
          </p:cNvPr>
          <p:cNvSpPr/>
          <p:nvPr/>
        </p:nvSpPr>
        <p:spPr>
          <a:xfrm>
            <a:off x="2718333" y="1272625"/>
            <a:ext cx="518640" cy="461929"/>
          </a:xfrm>
          <a:prstGeom prst="flowChartProcess">
            <a:avLst/>
          </a:prstGeom>
          <a:gradFill rotWithShape="1">
            <a:gsLst>
              <a:gs pos="0">
                <a:srgbClr val="9BBB59">
                  <a:tint val="50000"/>
                  <a:satMod val="300000"/>
                </a:srgbClr>
              </a:gs>
              <a:gs pos="35000">
                <a:srgbClr val="9BBB59">
                  <a:tint val="37000"/>
                  <a:satMod val="300000"/>
                </a:srgbClr>
              </a:gs>
              <a:gs pos="100000">
                <a:srgbClr val="9BBB59">
                  <a:tint val="15000"/>
                  <a:satMod val="350000"/>
                </a:srgbClr>
              </a:gs>
            </a:gsLst>
            <a:lin ang="16200000" scaled="1"/>
          </a:gradFill>
          <a:ln w="9525" cap="flat" cmpd="sng" algn="ctr">
            <a:solidFill>
              <a:srgbClr val="9BBB59">
                <a:shade val="95000"/>
                <a:satMod val="105000"/>
              </a:srgbClr>
            </a:solidFill>
            <a:prstDash val="solid"/>
          </a:ln>
          <a:effectLst>
            <a:outerShdw blurRad="40000" dist="20000" dir="5400000" rotWithShape="0">
              <a:srgbClr val="000000">
                <a:alpha val="38000"/>
              </a:srgbClr>
            </a:outerShdw>
          </a:effectLst>
        </p:spPr>
        <p:txBody>
          <a:bodyPr lIns="68567" tIns="34283" rIns="68567" bIns="34283" rtlCol="0" anchor="ctr"/>
          <a:lstStyle/>
          <a:p>
            <a:pPr algn="ctr" defTabSz="685800" fontAlgn="auto">
              <a:spcBef>
                <a:spcPts val="0"/>
              </a:spcBef>
              <a:spcAft>
                <a:spcPts val="0"/>
              </a:spcAft>
              <a:defRPr/>
            </a:pPr>
            <a:r>
              <a:rPr lang="en-US" sz="788" kern="0" dirty="0">
                <a:solidFill>
                  <a:prstClr val="black"/>
                </a:solidFill>
                <a:latin typeface="Calibri"/>
              </a:rPr>
              <a:t>File Ingestion</a:t>
            </a:r>
            <a:endParaRPr lang="en-US" sz="675" kern="0" dirty="0">
              <a:solidFill>
                <a:prstClr val="black"/>
              </a:solidFill>
              <a:latin typeface="Calibri"/>
            </a:endParaRPr>
          </a:p>
        </p:txBody>
      </p:sp>
      <p:sp>
        <p:nvSpPr>
          <p:cNvPr id="143" name="TextBox 142">
            <a:extLst>
              <a:ext uri="{FF2B5EF4-FFF2-40B4-BE49-F238E27FC236}">
                <a16:creationId xmlns:a16="http://schemas.microsoft.com/office/drawing/2014/main" id="{7F9AF1BE-7A36-482E-9EB4-74A42411C9BC}"/>
              </a:ext>
            </a:extLst>
          </p:cNvPr>
          <p:cNvSpPr txBox="1"/>
          <p:nvPr/>
        </p:nvSpPr>
        <p:spPr>
          <a:xfrm rot="16200000">
            <a:off x="3126178" y="2853776"/>
            <a:ext cx="602450" cy="380859"/>
          </a:xfrm>
          <a:prstGeom prst="rect">
            <a:avLst/>
          </a:prstGeom>
          <a:noFill/>
        </p:spPr>
        <p:txBody>
          <a:bodyPr wrap="square" lIns="68567" tIns="34283" rIns="68567" bIns="34283" rtlCol="0">
            <a:spAutoFit/>
          </a:bodyPr>
          <a:lstStyle/>
          <a:p>
            <a:pPr algn="ctr"/>
            <a:r>
              <a:rPr lang="en-US" sz="675" dirty="0">
                <a:solidFill>
                  <a:prstClr val="black"/>
                </a:solidFill>
                <a:latin typeface="Calibri"/>
              </a:rPr>
              <a:t>Non-CLM Supported Files</a:t>
            </a:r>
          </a:p>
        </p:txBody>
      </p:sp>
      <p:sp>
        <p:nvSpPr>
          <p:cNvPr id="144" name="TextBox 143">
            <a:extLst>
              <a:ext uri="{FF2B5EF4-FFF2-40B4-BE49-F238E27FC236}">
                <a16:creationId xmlns:a16="http://schemas.microsoft.com/office/drawing/2014/main" id="{C07C3CBE-BB6E-4950-A380-3F8C027B4C79}"/>
              </a:ext>
            </a:extLst>
          </p:cNvPr>
          <p:cNvSpPr txBox="1"/>
          <p:nvPr/>
        </p:nvSpPr>
        <p:spPr>
          <a:xfrm rot="290561">
            <a:off x="6543378" y="3147156"/>
            <a:ext cx="541055" cy="415484"/>
          </a:xfrm>
          <a:prstGeom prst="rect">
            <a:avLst/>
          </a:prstGeom>
          <a:noFill/>
        </p:spPr>
        <p:txBody>
          <a:bodyPr wrap="square" lIns="68567" tIns="34283" rIns="68567" bIns="34283" rtlCol="0">
            <a:spAutoFit/>
          </a:bodyPr>
          <a:lstStyle/>
          <a:p>
            <a:r>
              <a:rPr lang="en-US" sz="750" dirty="0">
                <a:solidFill>
                  <a:prstClr val="black"/>
                </a:solidFill>
                <a:latin typeface="Calibri"/>
              </a:rPr>
              <a:t>SR Create/ Append</a:t>
            </a:r>
          </a:p>
        </p:txBody>
      </p:sp>
      <p:cxnSp>
        <p:nvCxnSpPr>
          <p:cNvPr id="145" name="Straight Arrow Connector 144">
            <a:extLst>
              <a:ext uri="{FF2B5EF4-FFF2-40B4-BE49-F238E27FC236}">
                <a16:creationId xmlns:a16="http://schemas.microsoft.com/office/drawing/2014/main" id="{04560A7E-67DB-4076-89EE-1A5C8CF322CB}"/>
              </a:ext>
            </a:extLst>
          </p:cNvPr>
          <p:cNvCxnSpPr>
            <a:cxnSpLocks/>
            <a:stCxn id="149" idx="3"/>
            <a:endCxn id="127" idx="1"/>
          </p:cNvCxnSpPr>
          <p:nvPr/>
        </p:nvCxnSpPr>
        <p:spPr>
          <a:xfrm flipV="1">
            <a:off x="5478932" y="3212277"/>
            <a:ext cx="323972" cy="94103"/>
          </a:xfrm>
          <a:prstGeom prst="straightConnector1">
            <a:avLst/>
          </a:prstGeom>
          <a:noFill/>
          <a:ln w="28575" cap="flat" cmpd="sng" algn="ctr">
            <a:solidFill>
              <a:srgbClr val="4F81BD"/>
            </a:solidFill>
            <a:prstDash val="solid"/>
            <a:tailEnd type="arrow"/>
          </a:ln>
          <a:effectLst>
            <a:outerShdw blurRad="40000" dist="20000" dir="5400000" rotWithShape="0">
              <a:srgbClr val="000000">
                <a:alpha val="38000"/>
              </a:srgbClr>
            </a:outerShdw>
          </a:effectLst>
        </p:spPr>
      </p:cxnSp>
      <p:cxnSp>
        <p:nvCxnSpPr>
          <p:cNvPr id="146" name="Straight Arrow Connector 145">
            <a:extLst>
              <a:ext uri="{FF2B5EF4-FFF2-40B4-BE49-F238E27FC236}">
                <a16:creationId xmlns:a16="http://schemas.microsoft.com/office/drawing/2014/main" id="{9BE038BE-E685-4074-B09E-F12AE728A877}"/>
              </a:ext>
            </a:extLst>
          </p:cNvPr>
          <p:cNvCxnSpPr>
            <a:cxnSpLocks/>
            <a:stCxn id="142" idx="3"/>
            <a:endCxn id="124" idx="1"/>
          </p:cNvCxnSpPr>
          <p:nvPr/>
        </p:nvCxnSpPr>
        <p:spPr>
          <a:xfrm flipV="1">
            <a:off x="3236974" y="1489925"/>
            <a:ext cx="226810" cy="13664"/>
          </a:xfrm>
          <a:prstGeom prst="straightConnector1">
            <a:avLst/>
          </a:prstGeom>
          <a:noFill/>
          <a:ln w="28575" cap="flat" cmpd="sng" algn="ctr">
            <a:solidFill>
              <a:srgbClr val="4F81BD"/>
            </a:solidFill>
            <a:prstDash val="solid"/>
            <a:tailEnd type="arrow"/>
          </a:ln>
          <a:effectLst>
            <a:outerShdw blurRad="40000" dist="20000" dir="5400000" rotWithShape="0">
              <a:srgbClr val="000000">
                <a:alpha val="38000"/>
              </a:srgbClr>
            </a:outerShdw>
          </a:effectLst>
        </p:spPr>
      </p:cxnSp>
      <p:cxnSp>
        <p:nvCxnSpPr>
          <p:cNvPr id="147" name="Straight Arrow Connector 146">
            <a:extLst>
              <a:ext uri="{FF2B5EF4-FFF2-40B4-BE49-F238E27FC236}">
                <a16:creationId xmlns:a16="http://schemas.microsoft.com/office/drawing/2014/main" id="{CEF8F222-D231-4BA6-AF8B-B4CE34611AFA}"/>
              </a:ext>
            </a:extLst>
          </p:cNvPr>
          <p:cNvCxnSpPr>
            <a:cxnSpLocks/>
            <a:stCxn id="112" idx="0"/>
            <a:endCxn id="142" idx="2"/>
          </p:cNvCxnSpPr>
          <p:nvPr/>
        </p:nvCxnSpPr>
        <p:spPr>
          <a:xfrm flipV="1">
            <a:off x="2341672" y="1734554"/>
            <a:ext cx="635981" cy="837197"/>
          </a:xfrm>
          <a:prstGeom prst="straightConnector1">
            <a:avLst/>
          </a:prstGeom>
          <a:noFill/>
          <a:ln w="28575" cap="flat" cmpd="sng" algn="ctr">
            <a:solidFill>
              <a:srgbClr val="4F81BD"/>
            </a:solidFill>
            <a:prstDash val="solid"/>
            <a:tailEnd type="arrow"/>
          </a:ln>
          <a:effectLst>
            <a:outerShdw blurRad="40000" dist="20000" dir="5400000" rotWithShape="0">
              <a:srgbClr val="000000">
                <a:alpha val="38000"/>
              </a:srgbClr>
            </a:outerShdw>
          </a:effectLst>
        </p:spPr>
      </p:cxnSp>
      <p:sp>
        <p:nvSpPr>
          <p:cNvPr id="148" name="Flowchart: Process 147">
            <a:extLst>
              <a:ext uri="{FF2B5EF4-FFF2-40B4-BE49-F238E27FC236}">
                <a16:creationId xmlns:a16="http://schemas.microsoft.com/office/drawing/2014/main" id="{B2AB2243-309A-4075-8064-B1E6F589501F}"/>
              </a:ext>
            </a:extLst>
          </p:cNvPr>
          <p:cNvSpPr/>
          <p:nvPr/>
        </p:nvSpPr>
        <p:spPr>
          <a:xfrm>
            <a:off x="4316589" y="3056524"/>
            <a:ext cx="540753" cy="461929"/>
          </a:xfrm>
          <a:prstGeom prst="flowChartProcess">
            <a:avLst/>
          </a:prstGeom>
          <a:gradFill rotWithShape="1">
            <a:gsLst>
              <a:gs pos="0">
                <a:srgbClr val="9BBB59">
                  <a:tint val="50000"/>
                  <a:satMod val="300000"/>
                </a:srgbClr>
              </a:gs>
              <a:gs pos="35000">
                <a:srgbClr val="9BBB59">
                  <a:tint val="37000"/>
                  <a:satMod val="300000"/>
                </a:srgbClr>
              </a:gs>
              <a:gs pos="100000">
                <a:srgbClr val="9BBB59">
                  <a:tint val="15000"/>
                  <a:satMod val="350000"/>
                </a:srgbClr>
              </a:gs>
            </a:gsLst>
            <a:lin ang="16200000" scaled="1"/>
          </a:gradFill>
          <a:ln w="9525" cap="flat" cmpd="sng" algn="ctr">
            <a:solidFill>
              <a:srgbClr val="9BBB59">
                <a:shade val="95000"/>
                <a:satMod val="105000"/>
              </a:srgbClr>
            </a:solidFill>
            <a:prstDash val="solid"/>
          </a:ln>
          <a:effectLst>
            <a:outerShdw blurRad="40000" dist="20000" dir="5400000" rotWithShape="0">
              <a:srgbClr val="000000">
                <a:alpha val="38000"/>
              </a:srgbClr>
            </a:outerShdw>
          </a:effectLst>
        </p:spPr>
        <p:txBody>
          <a:bodyPr lIns="68567" tIns="34283" rIns="68567" bIns="34283" rtlCol="0" anchor="ctr"/>
          <a:lstStyle/>
          <a:p>
            <a:pPr algn="ctr" defTabSz="685800" fontAlgn="auto">
              <a:spcBef>
                <a:spcPts val="0"/>
              </a:spcBef>
              <a:spcAft>
                <a:spcPts val="0"/>
              </a:spcAft>
              <a:defRPr/>
            </a:pPr>
            <a:r>
              <a:rPr lang="en-US" sz="900" kern="0" dirty="0">
                <a:solidFill>
                  <a:prstClr val="black"/>
                </a:solidFill>
                <a:latin typeface="Calibri"/>
              </a:rPr>
              <a:t>Filter Rules</a:t>
            </a:r>
          </a:p>
        </p:txBody>
      </p:sp>
      <p:sp>
        <p:nvSpPr>
          <p:cNvPr id="149" name="Flowchart: Process 148">
            <a:extLst>
              <a:ext uri="{FF2B5EF4-FFF2-40B4-BE49-F238E27FC236}">
                <a16:creationId xmlns:a16="http://schemas.microsoft.com/office/drawing/2014/main" id="{9E6D723D-4154-4775-9C43-551B7ED43815}"/>
              </a:ext>
            </a:extLst>
          </p:cNvPr>
          <p:cNvSpPr/>
          <p:nvPr/>
        </p:nvSpPr>
        <p:spPr>
          <a:xfrm>
            <a:off x="4960290" y="3075416"/>
            <a:ext cx="518640" cy="461929"/>
          </a:xfrm>
          <a:prstGeom prst="flowChartProcess">
            <a:avLst/>
          </a:prstGeom>
          <a:gradFill rotWithShape="1">
            <a:gsLst>
              <a:gs pos="0">
                <a:srgbClr val="9BBB59">
                  <a:tint val="50000"/>
                  <a:satMod val="300000"/>
                </a:srgbClr>
              </a:gs>
              <a:gs pos="35000">
                <a:srgbClr val="9BBB59">
                  <a:tint val="37000"/>
                  <a:satMod val="300000"/>
                </a:srgbClr>
              </a:gs>
              <a:gs pos="100000">
                <a:srgbClr val="9BBB59">
                  <a:tint val="15000"/>
                  <a:satMod val="350000"/>
                </a:srgbClr>
              </a:gs>
            </a:gsLst>
            <a:lin ang="16200000" scaled="1"/>
          </a:gradFill>
          <a:ln w="9525" cap="flat" cmpd="sng" algn="ctr">
            <a:solidFill>
              <a:srgbClr val="9BBB59">
                <a:shade val="95000"/>
                <a:satMod val="105000"/>
              </a:srgbClr>
            </a:solidFill>
            <a:prstDash val="solid"/>
          </a:ln>
          <a:effectLst>
            <a:outerShdw blurRad="40000" dist="20000" dir="5400000" rotWithShape="0">
              <a:srgbClr val="000000">
                <a:alpha val="38000"/>
              </a:srgbClr>
            </a:outerShdw>
          </a:effectLst>
        </p:spPr>
        <p:txBody>
          <a:bodyPr lIns="68567" tIns="34283" rIns="68567" bIns="34283" rtlCol="0" anchor="ctr"/>
          <a:lstStyle/>
          <a:p>
            <a:pPr algn="ctr" defTabSz="685800" fontAlgn="auto">
              <a:spcBef>
                <a:spcPts val="0"/>
              </a:spcBef>
              <a:spcAft>
                <a:spcPts val="0"/>
              </a:spcAft>
              <a:defRPr/>
            </a:pPr>
            <a:r>
              <a:rPr lang="en-US" sz="900" kern="0" dirty="0">
                <a:solidFill>
                  <a:prstClr val="black"/>
                </a:solidFill>
                <a:latin typeface="Calibri"/>
              </a:rPr>
              <a:t>SR Rules</a:t>
            </a:r>
          </a:p>
        </p:txBody>
      </p:sp>
      <p:cxnSp>
        <p:nvCxnSpPr>
          <p:cNvPr id="150" name="Curved Connector 88">
            <a:extLst>
              <a:ext uri="{FF2B5EF4-FFF2-40B4-BE49-F238E27FC236}">
                <a16:creationId xmlns:a16="http://schemas.microsoft.com/office/drawing/2014/main" id="{5F12F90F-7EDC-4A95-9215-31A0C00921A9}"/>
              </a:ext>
            </a:extLst>
          </p:cNvPr>
          <p:cNvCxnSpPr>
            <a:cxnSpLocks/>
            <a:stCxn id="133" idx="2"/>
            <a:endCxn id="151" idx="3"/>
          </p:cNvCxnSpPr>
          <p:nvPr/>
        </p:nvCxnSpPr>
        <p:spPr>
          <a:xfrm rot="5400000">
            <a:off x="2670137" y="3512086"/>
            <a:ext cx="364904" cy="1121897"/>
          </a:xfrm>
          <a:prstGeom prst="curvedConnector2">
            <a:avLst/>
          </a:prstGeom>
          <a:noFill/>
          <a:ln w="28575" cap="flat" cmpd="sng" algn="ctr">
            <a:solidFill>
              <a:srgbClr val="4F81BD"/>
            </a:solidFill>
            <a:prstDash val="solid"/>
            <a:tailEnd type="arrow"/>
          </a:ln>
          <a:effectLst>
            <a:outerShdw blurRad="40000" dist="20000" dir="5400000" rotWithShape="0">
              <a:srgbClr val="000000">
                <a:alpha val="38000"/>
              </a:srgbClr>
            </a:outerShdw>
          </a:effectLst>
        </p:spPr>
      </p:cxnSp>
      <p:sp>
        <p:nvSpPr>
          <p:cNvPr id="151" name="Flowchart: Process 150">
            <a:extLst>
              <a:ext uri="{FF2B5EF4-FFF2-40B4-BE49-F238E27FC236}">
                <a16:creationId xmlns:a16="http://schemas.microsoft.com/office/drawing/2014/main" id="{A00794D5-29DF-4152-AC84-FB83FD3B7B7F}"/>
              </a:ext>
            </a:extLst>
          </p:cNvPr>
          <p:cNvSpPr/>
          <p:nvPr/>
        </p:nvSpPr>
        <p:spPr>
          <a:xfrm>
            <a:off x="1820553" y="4049145"/>
            <a:ext cx="471087" cy="412684"/>
          </a:xfrm>
          <a:prstGeom prst="flowChartProcess">
            <a:avLst/>
          </a:prstGeom>
          <a:gradFill rotWithShape="1">
            <a:gsLst>
              <a:gs pos="0">
                <a:srgbClr val="9BBB59">
                  <a:tint val="50000"/>
                  <a:satMod val="300000"/>
                </a:srgbClr>
              </a:gs>
              <a:gs pos="35000">
                <a:srgbClr val="9BBB59">
                  <a:tint val="37000"/>
                  <a:satMod val="300000"/>
                </a:srgbClr>
              </a:gs>
              <a:gs pos="100000">
                <a:srgbClr val="9BBB59">
                  <a:tint val="15000"/>
                  <a:satMod val="350000"/>
                </a:srgbClr>
              </a:gs>
            </a:gsLst>
            <a:lin ang="16200000" scaled="1"/>
          </a:gradFill>
          <a:ln w="9525" cap="flat" cmpd="sng" algn="ctr">
            <a:solidFill>
              <a:srgbClr val="9BBB59">
                <a:shade val="95000"/>
                <a:satMod val="105000"/>
              </a:srgbClr>
            </a:solidFill>
            <a:prstDash val="solid"/>
          </a:ln>
          <a:effectLst>
            <a:outerShdw blurRad="40000" dist="20000" dir="5400000" rotWithShape="0">
              <a:srgbClr val="000000">
                <a:alpha val="38000"/>
              </a:srgbClr>
            </a:outerShdw>
          </a:effectLst>
        </p:spPr>
        <p:txBody>
          <a:bodyPr lIns="68567" tIns="34283" rIns="68567" bIns="34283" rtlCol="0" anchor="ctr"/>
          <a:lstStyle/>
          <a:p>
            <a:pPr algn="ctr" defTabSz="685800" fontAlgn="auto">
              <a:spcBef>
                <a:spcPts val="0"/>
              </a:spcBef>
              <a:spcAft>
                <a:spcPts val="0"/>
              </a:spcAft>
              <a:defRPr/>
            </a:pPr>
            <a:r>
              <a:rPr lang="en-US" sz="900" kern="0" dirty="0">
                <a:solidFill>
                  <a:prstClr val="black"/>
                </a:solidFill>
                <a:latin typeface="Calibri"/>
              </a:rPr>
              <a:t>MFT</a:t>
            </a:r>
          </a:p>
        </p:txBody>
      </p:sp>
      <p:cxnSp>
        <p:nvCxnSpPr>
          <p:cNvPr id="152" name="Curved Connector 88">
            <a:extLst>
              <a:ext uri="{FF2B5EF4-FFF2-40B4-BE49-F238E27FC236}">
                <a16:creationId xmlns:a16="http://schemas.microsoft.com/office/drawing/2014/main" id="{2EADEA77-0032-4150-A92E-12D07FE1EF5F}"/>
              </a:ext>
            </a:extLst>
          </p:cNvPr>
          <p:cNvCxnSpPr>
            <a:cxnSpLocks/>
            <a:stCxn id="151" idx="1"/>
            <a:endCxn id="122" idx="2"/>
          </p:cNvCxnSpPr>
          <p:nvPr/>
        </p:nvCxnSpPr>
        <p:spPr>
          <a:xfrm rot="10800000">
            <a:off x="1425633" y="3747055"/>
            <a:ext cx="394920" cy="508433"/>
          </a:xfrm>
          <a:prstGeom prst="curvedConnector2">
            <a:avLst/>
          </a:prstGeom>
          <a:noFill/>
          <a:ln w="28575" cap="flat" cmpd="sng" algn="ctr">
            <a:solidFill>
              <a:srgbClr val="4F81BD"/>
            </a:solidFill>
            <a:prstDash val="solid"/>
            <a:tailEnd type="arrow"/>
          </a:ln>
          <a:effectLst>
            <a:outerShdw blurRad="40000" dist="20000" dir="5400000" rotWithShape="0">
              <a:srgbClr val="000000">
                <a:alpha val="38000"/>
              </a:srgbClr>
            </a:outerShdw>
          </a:effectLst>
        </p:spPr>
      </p:cxnSp>
      <p:sp>
        <p:nvSpPr>
          <p:cNvPr id="153" name="Flowchart: Magnetic Disk 152">
            <a:extLst>
              <a:ext uri="{FF2B5EF4-FFF2-40B4-BE49-F238E27FC236}">
                <a16:creationId xmlns:a16="http://schemas.microsoft.com/office/drawing/2014/main" id="{B66F1CFB-44AF-481E-B20E-CC8DA463E04C}"/>
              </a:ext>
            </a:extLst>
          </p:cNvPr>
          <p:cNvSpPr/>
          <p:nvPr/>
        </p:nvSpPr>
        <p:spPr>
          <a:xfrm>
            <a:off x="7115720" y="1061543"/>
            <a:ext cx="557794" cy="581439"/>
          </a:xfrm>
          <a:prstGeom prst="flowChartMagneticDisk">
            <a:avLst/>
          </a:prstGeom>
          <a:gradFill rotWithShape="1">
            <a:gsLst>
              <a:gs pos="0">
                <a:srgbClr val="9BBB59">
                  <a:tint val="50000"/>
                  <a:satMod val="300000"/>
                </a:srgbClr>
              </a:gs>
              <a:gs pos="35000">
                <a:srgbClr val="9BBB59">
                  <a:tint val="37000"/>
                  <a:satMod val="300000"/>
                </a:srgbClr>
              </a:gs>
              <a:gs pos="100000">
                <a:srgbClr val="9BBB59">
                  <a:tint val="15000"/>
                  <a:satMod val="350000"/>
                </a:srgbClr>
              </a:gs>
            </a:gsLst>
            <a:lin ang="16200000" scaled="1"/>
          </a:gradFill>
          <a:ln w="9525" cap="flat" cmpd="sng" algn="ctr">
            <a:solidFill>
              <a:srgbClr val="9BBB59">
                <a:shade val="95000"/>
                <a:satMod val="105000"/>
              </a:srgbClr>
            </a:solidFill>
            <a:prstDash val="solid"/>
          </a:ln>
          <a:effectLst>
            <a:outerShdw blurRad="40000" dist="20000" dir="5400000" rotWithShape="0">
              <a:srgbClr val="000000">
                <a:alpha val="38000"/>
              </a:srgbClr>
            </a:outerShdw>
          </a:effectLst>
        </p:spPr>
        <p:txBody>
          <a:bodyPr lIns="51483" tIns="25742" rIns="51483" bIns="25742" rtlCol="0" anchor="ctr"/>
          <a:lstStyle/>
          <a:p>
            <a:pPr algn="ctr" defTabSz="685800" fontAlgn="auto">
              <a:spcBef>
                <a:spcPts val="0"/>
              </a:spcBef>
              <a:spcAft>
                <a:spcPts val="0"/>
              </a:spcAft>
              <a:defRPr/>
            </a:pPr>
            <a:r>
              <a:rPr lang="en-US" sz="900" kern="0" dirty="0">
                <a:solidFill>
                  <a:prstClr val="black"/>
                </a:solidFill>
                <a:latin typeface="Calibri"/>
              </a:rPr>
              <a:t>SDR</a:t>
            </a:r>
          </a:p>
        </p:txBody>
      </p:sp>
      <p:cxnSp>
        <p:nvCxnSpPr>
          <p:cNvPr id="154" name="Curved Connector 88">
            <a:extLst>
              <a:ext uri="{FF2B5EF4-FFF2-40B4-BE49-F238E27FC236}">
                <a16:creationId xmlns:a16="http://schemas.microsoft.com/office/drawing/2014/main" id="{074FB667-83BB-48DC-AF56-553E906DDCCD}"/>
              </a:ext>
            </a:extLst>
          </p:cNvPr>
          <p:cNvCxnSpPr>
            <a:cxnSpLocks/>
            <a:stCxn id="149" idx="0"/>
          </p:cNvCxnSpPr>
          <p:nvPr/>
        </p:nvCxnSpPr>
        <p:spPr>
          <a:xfrm rot="5400000" flipH="1" flipV="1">
            <a:off x="4574297" y="1304503"/>
            <a:ext cx="2416226" cy="1125601"/>
          </a:xfrm>
          <a:prstGeom prst="curvedConnector3">
            <a:avLst>
              <a:gd name="adj1" fmla="val 36695"/>
            </a:avLst>
          </a:prstGeom>
          <a:noFill/>
          <a:ln w="28575" cap="flat" cmpd="sng" algn="ctr">
            <a:solidFill>
              <a:srgbClr val="4F81BD"/>
            </a:solidFill>
            <a:prstDash val="solid"/>
            <a:tailEnd type="arrow"/>
          </a:ln>
          <a:effectLst>
            <a:outerShdw blurRad="40000" dist="20000" dir="5400000" rotWithShape="0">
              <a:srgbClr val="000000">
                <a:alpha val="38000"/>
              </a:srgbClr>
            </a:outerShdw>
          </a:effectLst>
        </p:spPr>
      </p:cxnSp>
      <p:sp>
        <p:nvSpPr>
          <p:cNvPr id="155" name="Flowchart: Process 154">
            <a:extLst>
              <a:ext uri="{FF2B5EF4-FFF2-40B4-BE49-F238E27FC236}">
                <a16:creationId xmlns:a16="http://schemas.microsoft.com/office/drawing/2014/main" id="{32288D03-5486-4EDA-ABE4-478371195322}"/>
              </a:ext>
            </a:extLst>
          </p:cNvPr>
          <p:cNvSpPr/>
          <p:nvPr/>
        </p:nvSpPr>
        <p:spPr>
          <a:xfrm>
            <a:off x="3971664" y="2498180"/>
            <a:ext cx="576530" cy="461929"/>
          </a:xfrm>
          <a:prstGeom prst="flowChartProcess">
            <a:avLst/>
          </a:prstGeom>
          <a:gradFill rotWithShape="1">
            <a:gsLst>
              <a:gs pos="0">
                <a:srgbClr val="9BBB59">
                  <a:tint val="50000"/>
                  <a:satMod val="300000"/>
                </a:srgbClr>
              </a:gs>
              <a:gs pos="35000">
                <a:srgbClr val="9BBB59">
                  <a:tint val="37000"/>
                  <a:satMod val="300000"/>
                </a:srgbClr>
              </a:gs>
              <a:gs pos="100000">
                <a:srgbClr val="9BBB59">
                  <a:tint val="15000"/>
                  <a:satMod val="350000"/>
                </a:srgbClr>
              </a:gs>
            </a:gsLst>
            <a:lin ang="16200000" scaled="1"/>
          </a:gradFill>
          <a:ln w="9525" cap="flat" cmpd="sng" algn="ctr">
            <a:solidFill>
              <a:srgbClr val="9BBB59">
                <a:shade val="95000"/>
                <a:satMod val="105000"/>
              </a:srgbClr>
            </a:solidFill>
            <a:prstDash val="solid"/>
          </a:ln>
          <a:effectLst>
            <a:outerShdw blurRad="40000" dist="20000" dir="5400000" rotWithShape="0">
              <a:srgbClr val="000000">
                <a:alpha val="38000"/>
              </a:srgbClr>
            </a:outerShdw>
          </a:effectLst>
        </p:spPr>
        <p:txBody>
          <a:bodyPr lIns="68567" tIns="34283" rIns="68567" bIns="34283" rtlCol="0" anchor="ctr"/>
          <a:lstStyle/>
          <a:p>
            <a:pPr algn="ctr" defTabSz="685800" fontAlgn="auto">
              <a:spcBef>
                <a:spcPts val="0"/>
              </a:spcBef>
              <a:spcAft>
                <a:spcPts val="0"/>
              </a:spcAft>
              <a:defRPr/>
            </a:pPr>
            <a:r>
              <a:rPr lang="en-US" sz="900" kern="0" dirty="0">
                <a:solidFill>
                  <a:prstClr val="black"/>
                </a:solidFill>
                <a:latin typeface="Calibri"/>
              </a:rPr>
              <a:t>Business </a:t>
            </a:r>
            <a:r>
              <a:rPr lang="en-US" sz="900" kern="0" dirty="0" err="1">
                <a:solidFill>
                  <a:prstClr val="black"/>
                </a:solidFill>
                <a:latin typeface="Calibri"/>
              </a:rPr>
              <a:t>Obj</a:t>
            </a:r>
            <a:r>
              <a:rPr lang="en-US" sz="900" kern="0" dirty="0">
                <a:solidFill>
                  <a:prstClr val="black"/>
                </a:solidFill>
                <a:latin typeface="Calibri"/>
              </a:rPr>
              <a:t> Model</a:t>
            </a:r>
          </a:p>
        </p:txBody>
      </p:sp>
      <p:cxnSp>
        <p:nvCxnSpPr>
          <p:cNvPr id="156" name="Shape 49">
            <a:extLst>
              <a:ext uri="{FF2B5EF4-FFF2-40B4-BE49-F238E27FC236}">
                <a16:creationId xmlns:a16="http://schemas.microsoft.com/office/drawing/2014/main" id="{89968663-0B6F-480E-90FA-94768CF51FBE}"/>
              </a:ext>
            </a:extLst>
          </p:cNvPr>
          <p:cNvCxnSpPr>
            <a:cxnSpLocks/>
            <a:stCxn id="123" idx="2"/>
            <a:endCxn id="155" idx="0"/>
          </p:cNvCxnSpPr>
          <p:nvPr/>
        </p:nvCxnSpPr>
        <p:spPr>
          <a:xfrm rot="16200000" flipH="1">
            <a:off x="4131287" y="2369538"/>
            <a:ext cx="255416" cy="1867"/>
          </a:xfrm>
          <a:prstGeom prst="bentConnector3">
            <a:avLst>
              <a:gd name="adj1" fmla="val 50000"/>
            </a:avLst>
          </a:prstGeom>
          <a:noFill/>
          <a:ln w="25400" cap="flat" cmpd="sng" algn="ctr">
            <a:solidFill>
              <a:srgbClr val="4F81BD"/>
            </a:solidFill>
            <a:prstDash val="solid"/>
            <a:tailEnd type="arrow"/>
          </a:ln>
          <a:effectLst>
            <a:outerShdw blurRad="40000" dist="20000" dir="5400000" rotWithShape="0">
              <a:srgbClr val="000000">
                <a:alpha val="38000"/>
              </a:srgbClr>
            </a:outerShdw>
          </a:effectLst>
        </p:spPr>
      </p:cxnSp>
      <p:cxnSp>
        <p:nvCxnSpPr>
          <p:cNvPr id="157" name="Straight Arrow Connector 156">
            <a:extLst>
              <a:ext uri="{FF2B5EF4-FFF2-40B4-BE49-F238E27FC236}">
                <a16:creationId xmlns:a16="http://schemas.microsoft.com/office/drawing/2014/main" id="{0F988A7E-1568-488D-B4C9-9FA97C0D821F}"/>
              </a:ext>
            </a:extLst>
          </p:cNvPr>
          <p:cNvCxnSpPr>
            <a:cxnSpLocks/>
            <a:stCxn id="123" idx="1"/>
            <a:endCxn id="133" idx="0"/>
          </p:cNvCxnSpPr>
          <p:nvPr/>
        </p:nvCxnSpPr>
        <p:spPr>
          <a:xfrm flipH="1">
            <a:off x="3413538" y="2011799"/>
            <a:ext cx="571117" cy="1386797"/>
          </a:xfrm>
          <a:prstGeom prst="straightConnector1">
            <a:avLst/>
          </a:prstGeom>
          <a:noFill/>
          <a:ln w="28575" cap="flat" cmpd="sng" algn="ctr">
            <a:solidFill>
              <a:srgbClr val="4F81BD"/>
            </a:solidFill>
            <a:prstDash val="solid"/>
            <a:tailEnd type="arrow"/>
          </a:ln>
          <a:effectLst>
            <a:outerShdw blurRad="40000" dist="20000" dir="5400000" rotWithShape="0">
              <a:srgbClr val="000000">
                <a:alpha val="38000"/>
              </a:srgbClr>
            </a:outerShdw>
          </a:effectLst>
        </p:spPr>
      </p:cxnSp>
      <p:sp>
        <p:nvSpPr>
          <p:cNvPr id="158" name="Flowchart: Process 157">
            <a:extLst>
              <a:ext uri="{FF2B5EF4-FFF2-40B4-BE49-F238E27FC236}">
                <a16:creationId xmlns:a16="http://schemas.microsoft.com/office/drawing/2014/main" id="{DFB32685-EDB0-4950-8307-2AF93A1E3A2D}"/>
              </a:ext>
            </a:extLst>
          </p:cNvPr>
          <p:cNvSpPr/>
          <p:nvPr/>
        </p:nvSpPr>
        <p:spPr>
          <a:xfrm>
            <a:off x="5982141" y="246508"/>
            <a:ext cx="471087" cy="412684"/>
          </a:xfrm>
          <a:prstGeom prst="flowChartProcess">
            <a:avLst/>
          </a:prstGeom>
          <a:gradFill rotWithShape="1">
            <a:gsLst>
              <a:gs pos="0">
                <a:srgbClr val="9BBB59">
                  <a:tint val="50000"/>
                  <a:satMod val="300000"/>
                </a:srgbClr>
              </a:gs>
              <a:gs pos="35000">
                <a:srgbClr val="9BBB59">
                  <a:tint val="37000"/>
                  <a:satMod val="300000"/>
                </a:srgbClr>
              </a:gs>
              <a:gs pos="100000">
                <a:srgbClr val="9BBB59">
                  <a:tint val="15000"/>
                  <a:satMod val="350000"/>
                </a:srgbClr>
              </a:gs>
            </a:gsLst>
            <a:lin ang="16200000" scaled="1"/>
          </a:gradFill>
          <a:ln w="9525" cap="flat" cmpd="sng" algn="ctr">
            <a:solidFill>
              <a:srgbClr val="9BBB59">
                <a:shade val="95000"/>
                <a:satMod val="105000"/>
              </a:srgbClr>
            </a:solidFill>
            <a:prstDash val="solid"/>
          </a:ln>
          <a:effectLst>
            <a:outerShdw blurRad="40000" dist="20000" dir="5400000" rotWithShape="0">
              <a:srgbClr val="000000">
                <a:alpha val="38000"/>
              </a:srgbClr>
            </a:outerShdw>
          </a:effectLst>
        </p:spPr>
        <p:txBody>
          <a:bodyPr lIns="68567" tIns="34283" rIns="68567" bIns="34283" rtlCol="0" anchor="ctr"/>
          <a:lstStyle/>
          <a:p>
            <a:pPr algn="ctr" defTabSz="685800" fontAlgn="auto">
              <a:spcBef>
                <a:spcPts val="0"/>
              </a:spcBef>
              <a:spcAft>
                <a:spcPts val="0"/>
              </a:spcAft>
              <a:defRPr/>
            </a:pPr>
            <a:r>
              <a:rPr lang="en-US" sz="900" kern="0" dirty="0">
                <a:solidFill>
                  <a:prstClr val="black"/>
                </a:solidFill>
                <a:latin typeface="Calibri"/>
              </a:rPr>
              <a:t>MDE</a:t>
            </a:r>
          </a:p>
        </p:txBody>
      </p:sp>
      <p:cxnSp>
        <p:nvCxnSpPr>
          <p:cNvPr id="159" name="Curved Connector 88">
            <a:extLst>
              <a:ext uri="{FF2B5EF4-FFF2-40B4-BE49-F238E27FC236}">
                <a16:creationId xmlns:a16="http://schemas.microsoft.com/office/drawing/2014/main" id="{C377D052-654B-4735-A11F-EB43432D17D9}"/>
              </a:ext>
            </a:extLst>
          </p:cNvPr>
          <p:cNvCxnSpPr>
            <a:cxnSpLocks/>
            <a:stCxn id="158" idx="2"/>
            <a:endCxn id="135" idx="4"/>
          </p:cNvCxnSpPr>
          <p:nvPr/>
        </p:nvCxnSpPr>
        <p:spPr>
          <a:xfrm rot="5400000">
            <a:off x="5098431" y="980257"/>
            <a:ext cx="1440322" cy="798189"/>
          </a:xfrm>
          <a:prstGeom prst="curvedConnector2">
            <a:avLst/>
          </a:prstGeom>
          <a:noFill/>
          <a:ln w="28575" cap="flat" cmpd="sng" algn="ctr">
            <a:solidFill>
              <a:srgbClr val="4F81BD"/>
            </a:solidFill>
            <a:prstDash val="solid"/>
            <a:tailEnd type="arrow"/>
          </a:ln>
          <a:effectLst>
            <a:outerShdw blurRad="40000" dist="20000" dir="5400000" rotWithShape="0">
              <a:srgbClr val="000000">
                <a:alpha val="38000"/>
              </a:srgbClr>
            </a:outerShdw>
          </a:effectLst>
        </p:spPr>
      </p:cxnSp>
      <p:sp>
        <p:nvSpPr>
          <p:cNvPr id="160" name="Flowchart: Magnetic Disk 159">
            <a:extLst>
              <a:ext uri="{FF2B5EF4-FFF2-40B4-BE49-F238E27FC236}">
                <a16:creationId xmlns:a16="http://schemas.microsoft.com/office/drawing/2014/main" id="{190E095E-35AB-4702-BD92-1E1ADD7902C8}"/>
              </a:ext>
            </a:extLst>
          </p:cNvPr>
          <p:cNvSpPr/>
          <p:nvPr/>
        </p:nvSpPr>
        <p:spPr>
          <a:xfrm>
            <a:off x="5894316" y="3664700"/>
            <a:ext cx="514350" cy="571500"/>
          </a:xfrm>
          <a:prstGeom prst="flowChartMagneticDisk">
            <a:avLst/>
          </a:prstGeom>
          <a:gradFill rotWithShape="1">
            <a:gsLst>
              <a:gs pos="0">
                <a:srgbClr val="9BBB59">
                  <a:tint val="50000"/>
                  <a:satMod val="300000"/>
                </a:srgbClr>
              </a:gs>
              <a:gs pos="35000">
                <a:srgbClr val="9BBB59">
                  <a:tint val="37000"/>
                  <a:satMod val="300000"/>
                </a:srgbClr>
              </a:gs>
              <a:gs pos="100000">
                <a:srgbClr val="9BBB59">
                  <a:tint val="15000"/>
                  <a:satMod val="350000"/>
                </a:srgbClr>
              </a:gs>
            </a:gsLst>
            <a:lin ang="16200000" scaled="1"/>
          </a:gradFill>
          <a:ln w="9525" cap="flat" cmpd="sng" algn="ctr">
            <a:solidFill>
              <a:srgbClr val="9BBB59">
                <a:shade val="95000"/>
                <a:satMod val="105000"/>
              </a:srgbClr>
            </a:solidFill>
            <a:prstDash val="solid"/>
          </a:ln>
          <a:effectLst>
            <a:outerShdw blurRad="40000" dist="20000" dir="5400000" rotWithShape="0">
              <a:srgbClr val="000000">
                <a:alpha val="38000"/>
              </a:srgbClr>
            </a:outerShdw>
          </a:effectLst>
        </p:spPr>
        <p:txBody>
          <a:bodyPr lIns="51483" tIns="25742" rIns="51483" bIns="25742" rtlCol="0" anchor="ctr"/>
          <a:lstStyle/>
          <a:p>
            <a:pPr algn="ctr" defTabSz="685800" fontAlgn="auto">
              <a:spcBef>
                <a:spcPts val="0"/>
              </a:spcBef>
              <a:spcAft>
                <a:spcPts val="0"/>
              </a:spcAft>
              <a:defRPr/>
            </a:pPr>
            <a:r>
              <a:rPr lang="en-US" sz="900" kern="0" dirty="0">
                <a:solidFill>
                  <a:prstClr val="black"/>
                </a:solidFill>
                <a:latin typeface="Calibri"/>
              </a:rPr>
              <a:t>Isilon Storage</a:t>
            </a:r>
          </a:p>
        </p:txBody>
      </p:sp>
      <p:sp>
        <p:nvSpPr>
          <p:cNvPr id="55" name="Flowchart: Magnetic Disk 54">
            <a:extLst>
              <a:ext uri="{FF2B5EF4-FFF2-40B4-BE49-F238E27FC236}">
                <a16:creationId xmlns:a16="http://schemas.microsoft.com/office/drawing/2014/main" id="{C2687822-7337-4E48-8A85-DBEEF39782FA}"/>
              </a:ext>
            </a:extLst>
          </p:cNvPr>
          <p:cNvSpPr/>
          <p:nvPr/>
        </p:nvSpPr>
        <p:spPr>
          <a:xfrm>
            <a:off x="8043052" y="3529331"/>
            <a:ext cx="557794" cy="581439"/>
          </a:xfrm>
          <a:prstGeom prst="flowChartMagneticDisk">
            <a:avLst/>
          </a:prstGeom>
          <a:gradFill rotWithShape="1">
            <a:gsLst>
              <a:gs pos="0">
                <a:srgbClr val="9BBB59">
                  <a:tint val="50000"/>
                  <a:satMod val="300000"/>
                </a:srgbClr>
              </a:gs>
              <a:gs pos="35000">
                <a:srgbClr val="9BBB59">
                  <a:tint val="37000"/>
                  <a:satMod val="300000"/>
                </a:srgbClr>
              </a:gs>
              <a:gs pos="100000">
                <a:srgbClr val="9BBB59">
                  <a:tint val="15000"/>
                  <a:satMod val="350000"/>
                </a:srgbClr>
              </a:gs>
            </a:gsLst>
            <a:lin ang="16200000" scaled="1"/>
          </a:gradFill>
          <a:ln w="9525" cap="flat" cmpd="sng" algn="ctr">
            <a:solidFill>
              <a:srgbClr val="9BBB59">
                <a:shade val="95000"/>
                <a:satMod val="105000"/>
              </a:srgbClr>
            </a:solidFill>
            <a:prstDash val="solid"/>
          </a:ln>
          <a:effectLst>
            <a:outerShdw blurRad="40000" dist="20000" dir="5400000" rotWithShape="0">
              <a:srgbClr val="000000">
                <a:alpha val="38000"/>
              </a:srgbClr>
            </a:outerShdw>
          </a:effectLst>
        </p:spPr>
        <p:txBody>
          <a:bodyPr lIns="51483" tIns="25742" rIns="51483" bIns="25742" rtlCol="0" anchor="ctr"/>
          <a:lstStyle/>
          <a:p>
            <a:pPr algn="ctr" defTabSz="685800" fontAlgn="auto">
              <a:spcBef>
                <a:spcPts val="0"/>
              </a:spcBef>
              <a:spcAft>
                <a:spcPts val="0"/>
              </a:spcAft>
              <a:defRPr/>
            </a:pPr>
            <a:r>
              <a:rPr lang="en-US" sz="900" kern="0" dirty="0">
                <a:solidFill>
                  <a:prstClr val="black"/>
                </a:solidFill>
                <a:latin typeface="Calibri"/>
              </a:rPr>
              <a:t>Lightning</a:t>
            </a:r>
          </a:p>
        </p:txBody>
      </p:sp>
      <p:sp>
        <p:nvSpPr>
          <p:cNvPr id="56" name="Flowchart: Predefined Process 55">
            <a:extLst>
              <a:ext uri="{FF2B5EF4-FFF2-40B4-BE49-F238E27FC236}">
                <a16:creationId xmlns:a16="http://schemas.microsoft.com/office/drawing/2014/main" id="{46D665B6-AB20-41EA-8042-79AA544912C8}"/>
              </a:ext>
            </a:extLst>
          </p:cNvPr>
          <p:cNvSpPr/>
          <p:nvPr/>
        </p:nvSpPr>
        <p:spPr>
          <a:xfrm>
            <a:off x="5117318" y="884758"/>
            <a:ext cx="914400" cy="284625"/>
          </a:xfrm>
          <a:prstGeom prst="flowChartPredefinedProcess">
            <a:avLst/>
          </a:prstGeom>
          <a:gradFill rotWithShape="1">
            <a:gsLst>
              <a:gs pos="0">
                <a:srgbClr val="9BBB59">
                  <a:tint val="50000"/>
                  <a:satMod val="300000"/>
                </a:srgbClr>
              </a:gs>
              <a:gs pos="35000">
                <a:srgbClr val="9BBB59">
                  <a:tint val="37000"/>
                  <a:satMod val="300000"/>
                </a:srgbClr>
              </a:gs>
              <a:gs pos="100000">
                <a:srgbClr val="9BBB59">
                  <a:tint val="15000"/>
                  <a:satMod val="350000"/>
                </a:srgbClr>
              </a:gs>
            </a:gsLst>
            <a:lin ang="16200000" scaled="1"/>
          </a:gradFill>
          <a:ln w="9525" cap="flat" cmpd="sng" algn="ctr">
            <a:solidFill>
              <a:srgbClr val="9BBB59">
                <a:shade val="95000"/>
                <a:satMod val="105000"/>
              </a:srgbClr>
            </a:solidFill>
            <a:prstDash val="solid"/>
          </a:ln>
          <a:effectLst>
            <a:outerShdw blurRad="40000" dist="20000" dir="5400000" rotWithShape="0">
              <a:srgbClr val="000000">
                <a:alpha val="38000"/>
              </a:srgbClr>
            </a:outerShdw>
          </a:effectLst>
        </p:spPr>
        <p:txBody>
          <a:bodyPr rtlCol="0" anchor="ctr"/>
          <a:lstStyle/>
          <a:p>
            <a:pPr algn="ctr" defTabSz="685800" fontAlgn="auto">
              <a:spcBef>
                <a:spcPts val="0"/>
              </a:spcBef>
              <a:spcAft>
                <a:spcPts val="0"/>
              </a:spcAft>
              <a:defRPr/>
            </a:pPr>
            <a:r>
              <a:rPr lang="en-US" sz="825" kern="0" dirty="0">
                <a:solidFill>
                  <a:sysClr val="windowText" lastClr="000000"/>
                </a:solidFill>
                <a:latin typeface="Calibri"/>
              </a:rPr>
              <a:t>CLM ADMIN</a:t>
            </a:r>
          </a:p>
        </p:txBody>
      </p:sp>
      <p:cxnSp>
        <p:nvCxnSpPr>
          <p:cNvPr id="58" name="Straight Arrow Connector 57">
            <a:extLst>
              <a:ext uri="{FF2B5EF4-FFF2-40B4-BE49-F238E27FC236}">
                <a16:creationId xmlns:a16="http://schemas.microsoft.com/office/drawing/2014/main" id="{B47AA9E2-02CA-4C00-92A0-468C19F62493}"/>
              </a:ext>
            </a:extLst>
          </p:cNvPr>
          <p:cNvCxnSpPr>
            <a:cxnSpLocks/>
            <a:endCxn id="56" idx="2"/>
          </p:cNvCxnSpPr>
          <p:nvPr/>
        </p:nvCxnSpPr>
        <p:spPr>
          <a:xfrm flipV="1">
            <a:off x="5283062" y="1169383"/>
            <a:ext cx="291456" cy="644380"/>
          </a:xfrm>
          <a:prstGeom prst="straightConnector1">
            <a:avLst/>
          </a:prstGeom>
          <a:noFill/>
          <a:ln w="28575" cap="flat" cmpd="sng" algn="ctr">
            <a:solidFill>
              <a:srgbClr val="4F81BD"/>
            </a:solidFill>
            <a:prstDash val="solid"/>
            <a:tailEnd type="arrow"/>
          </a:ln>
          <a:effectLst>
            <a:outerShdw blurRad="40000" dist="20000" dir="5400000" rotWithShape="0">
              <a:srgbClr val="000000">
                <a:alpha val="38000"/>
              </a:srgbClr>
            </a:outerShdw>
          </a:effectLst>
        </p:spPr>
      </p:cxnSp>
      <p:cxnSp>
        <p:nvCxnSpPr>
          <p:cNvPr id="73" name="Straight Arrow Connector 72">
            <a:extLst>
              <a:ext uri="{FF2B5EF4-FFF2-40B4-BE49-F238E27FC236}">
                <a16:creationId xmlns:a16="http://schemas.microsoft.com/office/drawing/2014/main" id="{CCA6800B-1AA6-489F-877C-2D51514D5149}"/>
              </a:ext>
            </a:extLst>
          </p:cNvPr>
          <p:cNvCxnSpPr>
            <a:cxnSpLocks/>
            <a:stCxn id="137" idx="0"/>
            <a:endCxn id="149" idx="2"/>
          </p:cNvCxnSpPr>
          <p:nvPr/>
        </p:nvCxnSpPr>
        <p:spPr>
          <a:xfrm flipV="1">
            <a:off x="5101491" y="3537345"/>
            <a:ext cx="118119" cy="228443"/>
          </a:xfrm>
          <a:prstGeom prst="straightConnector1">
            <a:avLst/>
          </a:prstGeom>
          <a:noFill/>
          <a:ln w="28575" cap="flat" cmpd="sng" algn="ctr">
            <a:solidFill>
              <a:srgbClr val="4F81BD"/>
            </a:solidFill>
            <a:prstDash val="solid"/>
            <a:tailEnd type="arrow"/>
          </a:ln>
          <a:effectLst>
            <a:outerShdw blurRad="40000" dist="20000" dir="5400000" rotWithShape="0">
              <a:srgbClr val="000000">
                <a:alpha val="38000"/>
              </a:srgbClr>
            </a:outerShdw>
          </a:effectLst>
        </p:spPr>
      </p:cxnSp>
      <p:cxnSp>
        <p:nvCxnSpPr>
          <p:cNvPr id="74" name="Straight Arrow Connector 73">
            <a:extLst>
              <a:ext uri="{FF2B5EF4-FFF2-40B4-BE49-F238E27FC236}">
                <a16:creationId xmlns:a16="http://schemas.microsoft.com/office/drawing/2014/main" id="{C82C506D-28B8-462D-BBC9-03FC83F9FA90}"/>
              </a:ext>
            </a:extLst>
          </p:cNvPr>
          <p:cNvCxnSpPr>
            <a:cxnSpLocks/>
          </p:cNvCxnSpPr>
          <p:nvPr/>
        </p:nvCxnSpPr>
        <p:spPr>
          <a:xfrm flipH="1" flipV="1">
            <a:off x="4667161" y="3507135"/>
            <a:ext cx="349983" cy="248374"/>
          </a:xfrm>
          <a:prstGeom prst="straightConnector1">
            <a:avLst/>
          </a:prstGeom>
          <a:noFill/>
          <a:ln w="28575" cap="flat" cmpd="sng" algn="ctr">
            <a:solidFill>
              <a:srgbClr val="4F81BD"/>
            </a:solidFill>
            <a:prstDash val="solid"/>
            <a:tailEnd type="arrow"/>
          </a:ln>
          <a:effectLst>
            <a:outerShdw blurRad="40000" dist="20000" dir="5400000" rotWithShape="0">
              <a:srgbClr val="000000">
                <a:alpha val="38000"/>
              </a:srgbClr>
            </a:outerShdw>
          </a:effectLst>
        </p:spPr>
      </p:cxnSp>
      <p:cxnSp>
        <p:nvCxnSpPr>
          <p:cNvPr id="78" name="Curved Connector 88">
            <a:extLst>
              <a:ext uri="{FF2B5EF4-FFF2-40B4-BE49-F238E27FC236}">
                <a16:creationId xmlns:a16="http://schemas.microsoft.com/office/drawing/2014/main" id="{302D1BB5-D406-4E10-8804-CAAF45EB038F}"/>
              </a:ext>
            </a:extLst>
          </p:cNvPr>
          <p:cNvCxnSpPr>
            <a:cxnSpLocks/>
          </p:cNvCxnSpPr>
          <p:nvPr/>
        </p:nvCxnSpPr>
        <p:spPr>
          <a:xfrm rot="5400000" flipH="1" flipV="1">
            <a:off x="5639808" y="1322841"/>
            <a:ext cx="1432973" cy="2084514"/>
          </a:xfrm>
          <a:prstGeom prst="curvedConnector3">
            <a:avLst>
              <a:gd name="adj1" fmla="val 50000"/>
            </a:avLst>
          </a:prstGeom>
          <a:noFill/>
          <a:ln w="28575" cap="flat" cmpd="sng" algn="ctr">
            <a:solidFill>
              <a:srgbClr val="4F81BD"/>
            </a:solidFill>
            <a:prstDash val="solid"/>
            <a:tailEnd type="arrow"/>
          </a:ln>
          <a:effectLst>
            <a:outerShdw blurRad="40000" dist="20000" dir="5400000" rotWithShape="0">
              <a:srgbClr val="000000">
                <a:alpha val="38000"/>
              </a:srgbClr>
            </a:outerShdw>
          </a:effectLst>
        </p:spPr>
      </p:cxnSp>
      <p:sp>
        <p:nvSpPr>
          <p:cNvPr id="85" name="Flowchart: Magnetic Disk 84">
            <a:extLst>
              <a:ext uri="{FF2B5EF4-FFF2-40B4-BE49-F238E27FC236}">
                <a16:creationId xmlns:a16="http://schemas.microsoft.com/office/drawing/2014/main" id="{8CB1E6E3-25D5-4EF5-86D7-A567CAAB3A0A}"/>
              </a:ext>
            </a:extLst>
          </p:cNvPr>
          <p:cNvSpPr/>
          <p:nvPr/>
        </p:nvSpPr>
        <p:spPr>
          <a:xfrm>
            <a:off x="3439279" y="4118967"/>
            <a:ext cx="357108" cy="288056"/>
          </a:xfrm>
          <a:prstGeom prst="flowChartMagneticDisk">
            <a:avLst/>
          </a:prstGeom>
          <a:gradFill rotWithShape="1">
            <a:gsLst>
              <a:gs pos="0">
                <a:srgbClr val="9BBB59">
                  <a:tint val="50000"/>
                  <a:satMod val="300000"/>
                </a:srgbClr>
              </a:gs>
              <a:gs pos="35000">
                <a:srgbClr val="9BBB59">
                  <a:tint val="37000"/>
                  <a:satMod val="300000"/>
                </a:srgbClr>
              </a:gs>
              <a:gs pos="100000">
                <a:srgbClr val="9BBB59">
                  <a:tint val="15000"/>
                  <a:satMod val="350000"/>
                </a:srgbClr>
              </a:gs>
            </a:gsLst>
            <a:lin ang="16200000" scaled="1"/>
          </a:gradFill>
          <a:ln w="9525" cap="flat" cmpd="sng" algn="ctr">
            <a:solidFill>
              <a:srgbClr val="9BBB59">
                <a:shade val="95000"/>
                <a:satMod val="105000"/>
              </a:srgbClr>
            </a:solidFill>
            <a:prstDash val="solid"/>
          </a:ln>
          <a:effectLst>
            <a:outerShdw blurRad="40000" dist="20000" dir="5400000" rotWithShape="0">
              <a:srgbClr val="000000">
                <a:alpha val="38000"/>
              </a:srgbClr>
            </a:outerShdw>
          </a:effectLst>
        </p:spPr>
        <p:txBody>
          <a:bodyPr lIns="51483" tIns="25742" rIns="51483" bIns="25742" rtlCol="0" anchor="ctr"/>
          <a:lstStyle/>
          <a:p>
            <a:pPr algn="ctr" defTabSz="685800" fontAlgn="auto">
              <a:spcBef>
                <a:spcPts val="0"/>
              </a:spcBef>
              <a:spcAft>
                <a:spcPts val="0"/>
              </a:spcAft>
              <a:defRPr/>
            </a:pPr>
            <a:r>
              <a:rPr lang="en-US" sz="900" kern="0" dirty="0">
                <a:solidFill>
                  <a:prstClr val="black"/>
                </a:solidFill>
                <a:latin typeface="Calibri"/>
              </a:rPr>
              <a:t>RPT DB</a:t>
            </a:r>
          </a:p>
        </p:txBody>
      </p:sp>
      <p:cxnSp>
        <p:nvCxnSpPr>
          <p:cNvPr id="86" name="Straight Arrow Connector 85">
            <a:extLst>
              <a:ext uri="{FF2B5EF4-FFF2-40B4-BE49-F238E27FC236}">
                <a16:creationId xmlns:a16="http://schemas.microsoft.com/office/drawing/2014/main" id="{E4474D0A-4CBE-4DD9-A04E-6CE05BCE5ED1}"/>
              </a:ext>
            </a:extLst>
          </p:cNvPr>
          <p:cNvCxnSpPr>
            <a:cxnSpLocks/>
            <a:endCxn id="85" idx="1"/>
          </p:cNvCxnSpPr>
          <p:nvPr/>
        </p:nvCxnSpPr>
        <p:spPr>
          <a:xfrm>
            <a:off x="3547522" y="3914629"/>
            <a:ext cx="70311" cy="204338"/>
          </a:xfrm>
          <a:prstGeom prst="straightConnector1">
            <a:avLst/>
          </a:prstGeom>
          <a:noFill/>
          <a:ln w="28575" cap="flat" cmpd="sng" algn="ctr">
            <a:solidFill>
              <a:srgbClr val="4F81BD"/>
            </a:solidFill>
            <a:prstDash val="solid"/>
            <a:tailEnd type="arrow"/>
          </a:ln>
          <a:effectLst>
            <a:outerShdw blurRad="40000" dist="20000" dir="5400000" rotWithShape="0">
              <a:srgbClr val="000000">
                <a:alpha val="38000"/>
              </a:srgbClr>
            </a:outerShdw>
          </a:effectLst>
        </p:spPr>
      </p:cxnSp>
      <p:cxnSp>
        <p:nvCxnSpPr>
          <p:cNvPr id="61" name="Straight Arrow Connector 60">
            <a:extLst>
              <a:ext uri="{FF2B5EF4-FFF2-40B4-BE49-F238E27FC236}">
                <a16:creationId xmlns:a16="http://schemas.microsoft.com/office/drawing/2014/main" id="{E39C6319-5520-4174-B756-A48C479EAE0D}"/>
              </a:ext>
            </a:extLst>
          </p:cNvPr>
          <p:cNvCxnSpPr>
            <a:cxnSpLocks/>
            <a:stCxn id="64" idx="3"/>
            <a:endCxn id="55" idx="2"/>
          </p:cNvCxnSpPr>
          <p:nvPr/>
        </p:nvCxnSpPr>
        <p:spPr>
          <a:xfrm>
            <a:off x="7665795" y="3818181"/>
            <a:ext cx="377257" cy="1870"/>
          </a:xfrm>
          <a:prstGeom prst="straightConnector1">
            <a:avLst/>
          </a:prstGeom>
          <a:noFill/>
          <a:ln w="28575" cap="flat" cmpd="sng" algn="ctr">
            <a:solidFill>
              <a:srgbClr val="4F81BD"/>
            </a:solidFill>
            <a:prstDash val="solid"/>
            <a:tailEnd type="arrow"/>
          </a:ln>
          <a:effectLst>
            <a:outerShdw blurRad="40000" dist="20000" dir="5400000" rotWithShape="0">
              <a:srgbClr val="000000">
                <a:alpha val="38000"/>
              </a:srgbClr>
            </a:outerShdw>
          </a:effectLst>
        </p:spPr>
      </p:cxnSp>
      <p:cxnSp>
        <p:nvCxnSpPr>
          <p:cNvPr id="62" name="Straight Arrow Connector 61">
            <a:extLst>
              <a:ext uri="{FF2B5EF4-FFF2-40B4-BE49-F238E27FC236}">
                <a16:creationId xmlns:a16="http://schemas.microsoft.com/office/drawing/2014/main" id="{25F2B62A-8B84-4CD4-BDD9-33178F03E455}"/>
              </a:ext>
            </a:extLst>
          </p:cNvPr>
          <p:cNvCxnSpPr>
            <a:cxnSpLocks/>
          </p:cNvCxnSpPr>
          <p:nvPr/>
        </p:nvCxnSpPr>
        <p:spPr>
          <a:xfrm>
            <a:off x="6446003" y="3417983"/>
            <a:ext cx="683640" cy="419242"/>
          </a:xfrm>
          <a:prstGeom prst="straightConnector1">
            <a:avLst/>
          </a:prstGeom>
          <a:noFill/>
          <a:ln w="28575" cap="flat" cmpd="sng" algn="ctr">
            <a:solidFill>
              <a:srgbClr val="4F81BD"/>
            </a:solidFill>
            <a:prstDash val="solid"/>
            <a:tailEnd type="arrow"/>
          </a:ln>
          <a:effectLst>
            <a:outerShdw blurRad="40000" dist="20000" dir="5400000" rotWithShape="0">
              <a:srgbClr val="000000">
                <a:alpha val="38000"/>
              </a:srgbClr>
            </a:outerShdw>
          </a:effectLst>
        </p:spPr>
      </p:cxnSp>
      <p:sp>
        <p:nvSpPr>
          <p:cNvPr id="64" name="Flowchart: Process 63">
            <a:extLst>
              <a:ext uri="{FF2B5EF4-FFF2-40B4-BE49-F238E27FC236}">
                <a16:creationId xmlns:a16="http://schemas.microsoft.com/office/drawing/2014/main" id="{7616E833-72DC-44F3-AF6F-CD858230DA6A}"/>
              </a:ext>
            </a:extLst>
          </p:cNvPr>
          <p:cNvSpPr/>
          <p:nvPr/>
        </p:nvSpPr>
        <p:spPr>
          <a:xfrm>
            <a:off x="7147155" y="3587216"/>
            <a:ext cx="518640" cy="461929"/>
          </a:xfrm>
          <a:prstGeom prst="flowChartProcess">
            <a:avLst/>
          </a:prstGeom>
          <a:gradFill rotWithShape="1">
            <a:gsLst>
              <a:gs pos="0">
                <a:srgbClr val="9BBB59">
                  <a:tint val="50000"/>
                  <a:satMod val="300000"/>
                </a:srgbClr>
              </a:gs>
              <a:gs pos="35000">
                <a:srgbClr val="9BBB59">
                  <a:tint val="37000"/>
                  <a:satMod val="300000"/>
                </a:srgbClr>
              </a:gs>
              <a:gs pos="100000">
                <a:srgbClr val="9BBB59">
                  <a:tint val="15000"/>
                  <a:satMod val="350000"/>
                </a:srgbClr>
              </a:gs>
            </a:gsLst>
            <a:lin ang="16200000" scaled="1"/>
          </a:gradFill>
          <a:ln w="9525" cap="flat" cmpd="sng" algn="ctr">
            <a:solidFill>
              <a:srgbClr val="9BBB59">
                <a:shade val="95000"/>
                <a:satMod val="105000"/>
              </a:srgbClr>
            </a:solidFill>
            <a:prstDash val="solid"/>
          </a:ln>
          <a:effectLst>
            <a:outerShdw blurRad="40000" dist="20000" dir="5400000" rotWithShape="0">
              <a:srgbClr val="000000">
                <a:alpha val="38000"/>
              </a:srgbClr>
            </a:outerShdw>
          </a:effectLst>
        </p:spPr>
        <p:txBody>
          <a:bodyPr lIns="68567" tIns="34283" rIns="68567" bIns="34283" rtlCol="0" anchor="ctr"/>
          <a:lstStyle/>
          <a:p>
            <a:pPr algn="ctr" defTabSz="685800" fontAlgn="auto">
              <a:spcBef>
                <a:spcPts val="0"/>
              </a:spcBef>
              <a:spcAft>
                <a:spcPts val="0"/>
              </a:spcAft>
              <a:defRPr/>
            </a:pPr>
            <a:r>
              <a:rPr lang="en-US" sz="900" kern="0" dirty="0" err="1">
                <a:solidFill>
                  <a:prstClr val="black"/>
                </a:solidFill>
                <a:latin typeface="Calibri"/>
              </a:rPr>
              <a:t>Boomi</a:t>
            </a:r>
            <a:endParaRPr lang="en-US" sz="900" kern="0" dirty="0">
              <a:solidFill>
                <a:prstClr val="black"/>
              </a:solidFill>
              <a:latin typeface="Calibri"/>
            </a:endParaRPr>
          </a:p>
        </p:txBody>
      </p:sp>
    </p:spTree>
    <p:extLst>
      <p:ext uri="{BB962C8B-B14F-4D97-AF65-F5344CB8AC3E}">
        <p14:creationId xmlns:p14="http://schemas.microsoft.com/office/powerpoint/2010/main" val="18234908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Rectangle 38"/>
          <p:cNvSpPr/>
          <p:nvPr/>
        </p:nvSpPr>
        <p:spPr>
          <a:xfrm>
            <a:off x="274319" y="847134"/>
            <a:ext cx="4171951" cy="2223686"/>
          </a:xfrm>
          <a:prstGeom prst="rect">
            <a:avLst/>
          </a:prstGeom>
        </p:spPr>
        <p:txBody>
          <a:bodyPr wrap="square" lIns="68580" tIns="34290" rIns="68580" bIns="34290">
            <a:spAutoFit/>
          </a:bodyPr>
          <a:lstStyle/>
          <a:p>
            <a:pPr marL="214313" indent="-214313" algn="just">
              <a:buFont typeface="Arial" panose="020B0604020202020204" pitchFamily="34" charset="0"/>
              <a:buChar char="•"/>
            </a:pPr>
            <a:r>
              <a:rPr lang="en-US" sz="1000" dirty="0">
                <a:latin typeface="Calibri" panose="020F0502020204030204" pitchFamily="34" charset="0"/>
                <a:cs typeface="Calibri" panose="020F0502020204030204" pitchFamily="34" charset="0"/>
              </a:rPr>
              <a:t>CLM stands for Connectivity Lifecycle Management where in the connectivity of the storage devices are checked by constantly pinging these devices.</a:t>
            </a:r>
          </a:p>
          <a:p>
            <a:pPr marL="214313" indent="-214313" algn="just">
              <a:buFont typeface="Arial" panose="020B0604020202020204" pitchFamily="34" charset="0"/>
              <a:buChar char="•"/>
            </a:pPr>
            <a:r>
              <a:rPr lang="en-US" sz="1000" dirty="0">
                <a:latin typeface="Calibri" panose="020F0502020204030204" pitchFamily="34" charset="0"/>
                <a:cs typeface="Calibri" panose="020F0502020204030204" pitchFamily="34" charset="0"/>
              </a:rPr>
              <a:t>The key objective of Performance Testing for CLM is to validate the changes being done in </a:t>
            </a:r>
            <a:r>
              <a:rPr lang="en-US" sz="1000" b="1" dirty="0">
                <a:latin typeface="Calibri" panose="020F0502020204030204" pitchFamily="34" charset="0"/>
                <a:cs typeface="Calibri" panose="020F0502020204030204" pitchFamily="34" charset="0"/>
              </a:rPr>
              <a:t>CLM file watcher, CLM file handler</a:t>
            </a:r>
            <a:r>
              <a:rPr lang="en-US" sz="1000" dirty="0">
                <a:latin typeface="Calibri" panose="020F0502020204030204" pitchFamily="34" charset="0"/>
                <a:cs typeface="Calibri" panose="020F0502020204030204" pitchFamily="34" charset="0"/>
              </a:rPr>
              <a:t>.</a:t>
            </a:r>
          </a:p>
          <a:p>
            <a:pPr marL="214313" indent="-214313" algn="just">
              <a:buFont typeface="Arial" panose="020B0604020202020204" pitchFamily="34" charset="0"/>
              <a:buChar char="•"/>
            </a:pPr>
            <a:r>
              <a:rPr lang="en-US" sz="1000" dirty="0">
                <a:latin typeface="Calibri" panose="020F0502020204030204" pitchFamily="34" charset="0"/>
                <a:cs typeface="Calibri" panose="020F0502020204030204" pitchFamily="34" charset="0"/>
              </a:rPr>
              <a:t>To check the response time of </a:t>
            </a:r>
            <a:r>
              <a:rPr lang="en-US" sz="1000" b="1" dirty="0">
                <a:latin typeface="Calibri" panose="020F0502020204030204" pitchFamily="34" charset="0"/>
                <a:cs typeface="Calibri" panose="020F0502020204030204" pitchFamily="34" charset="0"/>
              </a:rPr>
              <a:t>CLM reporting</a:t>
            </a:r>
            <a:r>
              <a:rPr lang="en-US" sz="1000" dirty="0">
                <a:latin typeface="Calibri" panose="020F0502020204030204" pitchFamily="34" charset="0"/>
                <a:cs typeface="Calibri" panose="020F0502020204030204" pitchFamily="34" charset="0"/>
              </a:rPr>
              <a:t> app scenarios especially </a:t>
            </a:r>
            <a:r>
              <a:rPr lang="en-US" sz="1000" b="1" dirty="0">
                <a:latin typeface="Calibri" panose="020F0502020204030204" pitchFamily="34" charset="0"/>
                <a:cs typeface="Calibri" panose="020F0502020204030204" pitchFamily="34" charset="0"/>
              </a:rPr>
              <a:t>Install Base</a:t>
            </a:r>
            <a:r>
              <a:rPr lang="en-US" sz="1000" dirty="0">
                <a:latin typeface="Calibri" panose="020F0502020204030204" pitchFamily="34" charset="0"/>
                <a:cs typeface="Calibri" panose="020F0502020204030204" pitchFamily="34" charset="0"/>
              </a:rPr>
              <a:t>, </a:t>
            </a:r>
            <a:r>
              <a:rPr lang="en-US" sz="1000" b="1" dirty="0">
                <a:latin typeface="Calibri" panose="020F0502020204030204" pitchFamily="34" charset="0"/>
                <a:cs typeface="Calibri" panose="020F0502020204030204" pitchFamily="34" charset="0"/>
              </a:rPr>
              <a:t>Connect Home</a:t>
            </a:r>
            <a:r>
              <a:rPr lang="en-US" sz="1000" dirty="0">
                <a:latin typeface="Calibri" panose="020F0502020204030204" pitchFamily="34" charset="0"/>
                <a:cs typeface="Calibri" panose="020F0502020204030204" pitchFamily="34" charset="0"/>
              </a:rPr>
              <a:t> &amp; </a:t>
            </a:r>
            <a:r>
              <a:rPr lang="en-US" sz="1000" b="1" dirty="0">
                <a:latin typeface="Calibri" panose="020F0502020204030204" pitchFamily="34" charset="0"/>
                <a:cs typeface="Calibri" panose="020F0502020204030204" pitchFamily="34" charset="0"/>
              </a:rPr>
              <a:t>Service Requests</a:t>
            </a:r>
            <a:r>
              <a:rPr lang="en-US" sz="1000" dirty="0">
                <a:latin typeface="Calibri" panose="020F0502020204030204" pitchFamily="34" charset="0"/>
                <a:cs typeface="Calibri" panose="020F0502020204030204" pitchFamily="34" charset="0"/>
              </a:rPr>
              <a:t> Dashboards &amp; benchmark for next target release. </a:t>
            </a:r>
          </a:p>
          <a:p>
            <a:pPr marL="214313" indent="-214313" algn="just">
              <a:buFont typeface="Arial" panose="020B0604020202020204" pitchFamily="34" charset="0"/>
              <a:buChar char="•"/>
            </a:pPr>
            <a:r>
              <a:rPr lang="en-US" sz="1000" dirty="0">
                <a:latin typeface="Calibri" panose="020F0502020204030204" pitchFamily="34" charset="0"/>
                <a:cs typeface="Calibri" panose="020F0502020204030204" pitchFamily="34" charset="0"/>
              </a:rPr>
              <a:t>To execute an 1 hour load test and send files through </a:t>
            </a:r>
            <a:r>
              <a:rPr lang="en-US" sz="1000" b="1" dirty="0">
                <a:latin typeface="Calibri" panose="020F0502020204030204" pitchFamily="34" charset="0"/>
                <a:cs typeface="Calibri" panose="020F0502020204030204" pitchFamily="34" charset="0"/>
              </a:rPr>
              <a:t>MFT Put </a:t>
            </a:r>
            <a:r>
              <a:rPr lang="en-US" sz="1000" dirty="0">
                <a:latin typeface="Calibri" panose="020F0502020204030204" pitchFamily="34" charset="0"/>
                <a:cs typeface="Calibri" panose="020F0502020204030204" pitchFamily="34" charset="0"/>
              </a:rPr>
              <a:t>functionality. There is mix of .json and .zip files which are sent to the CLM system with different transaction ids as in .json, .zip files. </a:t>
            </a:r>
          </a:p>
          <a:p>
            <a:pPr marL="214313" indent="-214313" algn="just">
              <a:buFont typeface="Arial" panose="020B0604020202020204" pitchFamily="34" charset="0"/>
              <a:buChar char="•"/>
            </a:pPr>
            <a:endParaRPr lang="en-US" sz="1000" dirty="0">
              <a:latin typeface="Calibri" panose="020F0502020204030204" pitchFamily="34" charset="0"/>
              <a:cs typeface="Calibri" panose="020F0502020204030204" pitchFamily="34" charset="0"/>
            </a:endParaRPr>
          </a:p>
          <a:p>
            <a:pPr marL="214313" indent="-214313" algn="just">
              <a:buFont typeface="Arial" panose="020B0604020202020204" pitchFamily="34" charset="0"/>
              <a:buChar char="•"/>
            </a:pPr>
            <a:endParaRPr lang="en-US" sz="1000" dirty="0">
              <a:latin typeface="Calibri" panose="020F0502020204030204" pitchFamily="34" charset="0"/>
              <a:cs typeface="Calibri" panose="020F0502020204030204" pitchFamily="34" charset="0"/>
            </a:endParaRPr>
          </a:p>
          <a:p>
            <a:pPr marL="214313" indent="-214313" algn="just">
              <a:buFont typeface="Arial" panose="020B0604020202020204" pitchFamily="34" charset="0"/>
              <a:buChar char="•"/>
            </a:pPr>
            <a:endParaRPr lang="en-US" sz="1000" i="1" dirty="0">
              <a:solidFill>
                <a:schemeClr val="bg2"/>
              </a:solidFill>
              <a:latin typeface="Calibri" panose="020F0502020204030204" pitchFamily="34" charset="0"/>
            </a:endParaRPr>
          </a:p>
        </p:txBody>
      </p:sp>
      <p:cxnSp>
        <p:nvCxnSpPr>
          <p:cNvPr id="43" name="Straight Connector 42"/>
          <p:cNvCxnSpPr/>
          <p:nvPr/>
        </p:nvCxnSpPr>
        <p:spPr>
          <a:xfrm>
            <a:off x="4591050" y="590549"/>
            <a:ext cx="0" cy="4407923"/>
          </a:xfrm>
          <a:prstGeom prst="line">
            <a:avLst/>
          </a:prstGeom>
        </p:spPr>
        <p:style>
          <a:lnRef idx="2">
            <a:schemeClr val="accent5"/>
          </a:lnRef>
          <a:fillRef idx="0">
            <a:schemeClr val="accent5"/>
          </a:fillRef>
          <a:effectRef idx="1">
            <a:schemeClr val="accent5"/>
          </a:effectRef>
          <a:fontRef idx="minor">
            <a:schemeClr val="tx1"/>
          </a:fontRef>
        </p:style>
      </p:cxnSp>
      <p:sp>
        <p:nvSpPr>
          <p:cNvPr id="46" name="Rectangle 45"/>
          <p:cNvSpPr/>
          <p:nvPr/>
        </p:nvSpPr>
        <p:spPr>
          <a:xfrm>
            <a:off x="-185161" y="2873219"/>
            <a:ext cx="4671435" cy="377026"/>
          </a:xfrm>
          <a:prstGeom prst="rect">
            <a:avLst/>
          </a:prstGeom>
        </p:spPr>
        <p:txBody>
          <a:bodyPr wrap="square" lIns="68580" tIns="34290" rIns="68580" bIns="34290" numCol="1">
            <a:spAutoFit/>
          </a:bodyPr>
          <a:lstStyle/>
          <a:p>
            <a:pPr marL="628650" lvl="1" indent="-171450">
              <a:buFont typeface="Arial" panose="020B0604020202020204" pitchFamily="34" charset="0"/>
              <a:buChar char="•"/>
            </a:pPr>
            <a:r>
              <a:rPr lang="en-US" sz="1000" i="1" dirty="0">
                <a:solidFill>
                  <a:schemeClr val="bg2"/>
                </a:solidFill>
                <a:latin typeface="Calibri" panose="020F0502020204030204" pitchFamily="34" charset="0"/>
              </a:rPr>
              <a:t>CLM apps Code Base Release Performance Testing included the following functionalities:</a:t>
            </a:r>
          </a:p>
        </p:txBody>
      </p:sp>
      <p:sp>
        <p:nvSpPr>
          <p:cNvPr id="10" name="Title 7"/>
          <p:cNvSpPr>
            <a:spLocks noGrp="1"/>
          </p:cNvSpPr>
          <p:nvPr>
            <p:ph type="title"/>
          </p:nvPr>
        </p:nvSpPr>
        <p:spPr>
          <a:xfrm>
            <a:off x="274319" y="103346"/>
            <a:ext cx="7955280" cy="377611"/>
          </a:xfrm>
        </p:spPr>
        <p:txBody>
          <a:bodyPr/>
          <a:lstStyle/>
          <a:p>
            <a:r>
              <a:rPr lang="en-US" sz="2500" dirty="0"/>
              <a:t>CLM - Performance Testing Overview</a:t>
            </a:r>
          </a:p>
        </p:txBody>
      </p:sp>
      <p:sp>
        <p:nvSpPr>
          <p:cNvPr id="12" name="Snip Single Corner Rectangle 11"/>
          <p:cNvSpPr/>
          <p:nvPr/>
        </p:nvSpPr>
        <p:spPr>
          <a:xfrm>
            <a:off x="322773" y="2611815"/>
            <a:ext cx="1259458" cy="209550"/>
          </a:xfrm>
          <a:prstGeom prst="snip1Rect">
            <a:avLst/>
          </a:prstGeom>
          <a:ln/>
        </p:spPr>
        <p:style>
          <a:lnRef idx="1">
            <a:schemeClr val="accent5"/>
          </a:lnRef>
          <a:fillRef idx="3">
            <a:schemeClr val="accent5"/>
          </a:fillRef>
          <a:effectRef idx="2">
            <a:schemeClr val="accent5"/>
          </a:effectRef>
          <a:fontRef idx="minor">
            <a:schemeClr val="lt1"/>
          </a:fontRef>
        </p:style>
        <p:txBody>
          <a:bodyPr rtlCol="0" anchor="ctr"/>
          <a:lstStyle/>
          <a:p>
            <a:pPr algn="ctr"/>
            <a:r>
              <a:rPr lang="en-US" sz="900" b="1" dirty="0">
                <a:solidFill>
                  <a:schemeClr val="accent1">
                    <a:lumMod val="20000"/>
                    <a:lumOff val="80000"/>
                  </a:schemeClr>
                </a:solidFill>
              </a:rPr>
              <a:t>Scope</a:t>
            </a:r>
          </a:p>
        </p:txBody>
      </p:sp>
      <p:cxnSp>
        <p:nvCxnSpPr>
          <p:cNvPr id="13" name="Straight Connector 12"/>
          <p:cNvCxnSpPr/>
          <p:nvPr/>
        </p:nvCxnSpPr>
        <p:spPr>
          <a:xfrm>
            <a:off x="1544130" y="2786228"/>
            <a:ext cx="2952751" cy="0"/>
          </a:xfrm>
          <a:prstGeom prst="line">
            <a:avLst/>
          </a:prstGeom>
          <a:ln/>
        </p:spPr>
        <p:style>
          <a:lnRef idx="1">
            <a:schemeClr val="accent1"/>
          </a:lnRef>
          <a:fillRef idx="0">
            <a:schemeClr val="accent1"/>
          </a:fillRef>
          <a:effectRef idx="0">
            <a:schemeClr val="accent1"/>
          </a:effectRef>
          <a:fontRef idx="minor">
            <a:schemeClr val="tx1"/>
          </a:fontRef>
        </p:style>
      </p:cxnSp>
      <p:sp>
        <p:nvSpPr>
          <p:cNvPr id="14" name="Snip Single Corner Rectangle 13"/>
          <p:cNvSpPr/>
          <p:nvPr/>
        </p:nvSpPr>
        <p:spPr>
          <a:xfrm>
            <a:off x="4695827" y="738297"/>
            <a:ext cx="1438273" cy="209550"/>
          </a:xfrm>
          <a:prstGeom prst="snip1Rect">
            <a:avLst/>
          </a:prstGeom>
          <a:ln/>
        </p:spPr>
        <p:style>
          <a:lnRef idx="1">
            <a:schemeClr val="accent5"/>
          </a:lnRef>
          <a:fillRef idx="3">
            <a:schemeClr val="accent5"/>
          </a:fillRef>
          <a:effectRef idx="2">
            <a:schemeClr val="accent5"/>
          </a:effectRef>
          <a:fontRef idx="minor">
            <a:schemeClr val="lt1"/>
          </a:fontRef>
        </p:style>
        <p:txBody>
          <a:bodyPr rtlCol="0" anchor="ctr"/>
          <a:lstStyle/>
          <a:p>
            <a:pPr algn="ctr"/>
            <a:r>
              <a:rPr lang="en-US" sz="900" b="1" dirty="0">
                <a:solidFill>
                  <a:schemeClr val="accent1">
                    <a:lumMod val="20000"/>
                    <a:lumOff val="80000"/>
                  </a:schemeClr>
                </a:solidFill>
              </a:rPr>
              <a:t>Approach / Strategy</a:t>
            </a:r>
            <a:endParaRPr lang="en-US" sz="800" b="1" dirty="0">
              <a:solidFill>
                <a:schemeClr val="accent1">
                  <a:lumMod val="20000"/>
                  <a:lumOff val="80000"/>
                </a:schemeClr>
              </a:solidFill>
            </a:endParaRPr>
          </a:p>
        </p:txBody>
      </p:sp>
      <p:cxnSp>
        <p:nvCxnSpPr>
          <p:cNvPr id="15" name="Straight Connector 14"/>
          <p:cNvCxnSpPr/>
          <p:nvPr/>
        </p:nvCxnSpPr>
        <p:spPr>
          <a:xfrm>
            <a:off x="6134100" y="947847"/>
            <a:ext cx="2733678" cy="0"/>
          </a:xfrm>
          <a:prstGeom prst="line">
            <a:avLst/>
          </a:prstGeom>
          <a:ln/>
        </p:spPr>
        <p:style>
          <a:lnRef idx="1">
            <a:schemeClr val="accent1"/>
          </a:lnRef>
          <a:fillRef idx="0">
            <a:schemeClr val="accent1"/>
          </a:fillRef>
          <a:effectRef idx="0">
            <a:schemeClr val="accent1"/>
          </a:effectRef>
          <a:fontRef idx="minor">
            <a:schemeClr val="tx1"/>
          </a:fontRef>
        </p:style>
      </p:cxnSp>
      <p:sp>
        <p:nvSpPr>
          <p:cNvPr id="16" name="Snip Single Corner Rectangle 15"/>
          <p:cNvSpPr/>
          <p:nvPr/>
        </p:nvSpPr>
        <p:spPr>
          <a:xfrm>
            <a:off x="284672" y="616490"/>
            <a:ext cx="1259458" cy="209550"/>
          </a:xfrm>
          <a:prstGeom prst="snip1Rect">
            <a:avLst/>
          </a:prstGeom>
          <a:ln/>
        </p:spPr>
        <p:style>
          <a:lnRef idx="1">
            <a:schemeClr val="accent5"/>
          </a:lnRef>
          <a:fillRef idx="3">
            <a:schemeClr val="accent5"/>
          </a:fillRef>
          <a:effectRef idx="2">
            <a:schemeClr val="accent5"/>
          </a:effectRef>
          <a:fontRef idx="minor">
            <a:schemeClr val="lt1"/>
          </a:fontRef>
        </p:style>
        <p:txBody>
          <a:bodyPr rtlCol="0" anchor="ctr"/>
          <a:lstStyle/>
          <a:p>
            <a:pPr algn="ctr"/>
            <a:r>
              <a:rPr lang="en-US" sz="900" b="1" dirty="0">
                <a:solidFill>
                  <a:schemeClr val="accent1">
                    <a:lumMod val="20000"/>
                    <a:lumOff val="80000"/>
                  </a:schemeClr>
                </a:solidFill>
              </a:rPr>
              <a:t>Objective</a:t>
            </a:r>
          </a:p>
        </p:txBody>
      </p:sp>
      <p:cxnSp>
        <p:nvCxnSpPr>
          <p:cNvPr id="17" name="Straight Connector 16"/>
          <p:cNvCxnSpPr/>
          <p:nvPr/>
        </p:nvCxnSpPr>
        <p:spPr>
          <a:xfrm>
            <a:off x="1483742" y="826040"/>
            <a:ext cx="2952751" cy="0"/>
          </a:xfrm>
          <a:prstGeom prst="line">
            <a:avLst/>
          </a:prstGeom>
          <a:ln/>
        </p:spPr>
        <p:style>
          <a:lnRef idx="1">
            <a:schemeClr val="accent1"/>
          </a:lnRef>
          <a:fillRef idx="0">
            <a:schemeClr val="accent1"/>
          </a:fillRef>
          <a:effectRef idx="0">
            <a:schemeClr val="accent1"/>
          </a:effectRef>
          <a:fontRef idx="minor">
            <a:schemeClr val="tx1"/>
          </a:fontRef>
        </p:style>
      </p:cxnSp>
      <p:sp>
        <p:nvSpPr>
          <p:cNvPr id="19" name="Rectangle 18"/>
          <p:cNvSpPr/>
          <p:nvPr/>
        </p:nvSpPr>
        <p:spPr>
          <a:xfrm>
            <a:off x="4695826" y="1233616"/>
            <a:ext cx="4171951" cy="838691"/>
          </a:xfrm>
          <a:prstGeom prst="rect">
            <a:avLst/>
          </a:prstGeom>
        </p:spPr>
        <p:txBody>
          <a:bodyPr wrap="square" lIns="68580" tIns="34290" rIns="68580" bIns="34290">
            <a:spAutoFit/>
          </a:bodyPr>
          <a:lstStyle/>
          <a:p>
            <a:pPr marL="228600" indent="-228600">
              <a:buFont typeface="Arial" panose="020B0604020202020204" pitchFamily="34" charset="0"/>
              <a:buChar char="•"/>
            </a:pPr>
            <a:r>
              <a:rPr lang="en-US" sz="1000" dirty="0">
                <a:solidFill>
                  <a:schemeClr val="bg2"/>
                </a:solidFill>
                <a:latin typeface="Calibri" panose="020F0502020204030204" pitchFamily="34" charset="0"/>
                <a:cs typeface="Calibri" panose="020F0502020204030204" pitchFamily="34" charset="0"/>
              </a:rPr>
              <a:t>Files are being sent to CLM simultaneously from FTP as well as HTTP protocols in the 8:2 ratio. </a:t>
            </a:r>
          </a:p>
          <a:p>
            <a:pPr marL="228600" indent="-228600">
              <a:buFont typeface="Arial" panose="020B0604020202020204" pitchFamily="34" charset="0"/>
              <a:buChar char="•"/>
            </a:pPr>
            <a:r>
              <a:rPr lang="en-US" sz="1000" dirty="0">
                <a:solidFill>
                  <a:schemeClr val="bg2"/>
                </a:solidFill>
                <a:latin typeface="Calibri" panose="020F0502020204030204" pitchFamily="34" charset="0"/>
                <a:cs typeface="Calibri" panose="020F0502020204030204" pitchFamily="34" charset="0"/>
              </a:rPr>
              <a:t>The volume of the files which are being sent has been set as to match with the production volumes. Below are the per hour volume:</a:t>
            </a:r>
            <a:endParaRPr lang="en-US" sz="1050" dirty="0">
              <a:solidFill>
                <a:schemeClr val="bg2"/>
              </a:solidFill>
            </a:endParaRPr>
          </a:p>
          <a:p>
            <a:pPr marL="228600" indent="-228600">
              <a:buFont typeface="Arial" panose="020B0604020202020204" pitchFamily="34" charset="0"/>
              <a:buChar char="•"/>
            </a:pPr>
            <a:endParaRPr lang="en-US" sz="1000" b="1" i="1" dirty="0">
              <a:solidFill>
                <a:schemeClr val="bg2"/>
              </a:solidFill>
              <a:latin typeface="Calibri" panose="020F0502020204030204" pitchFamily="34" charset="0"/>
            </a:endParaRPr>
          </a:p>
        </p:txBody>
      </p:sp>
      <p:graphicFrame>
        <p:nvGraphicFramePr>
          <p:cNvPr id="18" name="Table 17">
            <a:extLst>
              <a:ext uri="{FF2B5EF4-FFF2-40B4-BE49-F238E27FC236}">
                <a16:creationId xmlns:a16="http://schemas.microsoft.com/office/drawing/2014/main" id="{AF40E9C8-9CC8-42B6-8D22-C491EA5B558E}"/>
              </a:ext>
            </a:extLst>
          </p:cNvPr>
          <p:cNvGraphicFramePr>
            <a:graphicFrameLocks noGrp="1"/>
          </p:cNvGraphicFramePr>
          <p:nvPr>
            <p:extLst>
              <p:ext uri="{D42A27DB-BD31-4B8C-83A1-F6EECF244321}">
                <p14:modId xmlns:p14="http://schemas.microsoft.com/office/powerpoint/2010/main" val="516352640"/>
              </p:ext>
            </p:extLst>
          </p:nvPr>
        </p:nvGraphicFramePr>
        <p:xfrm>
          <a:off x="4735831" y="1881447"/>
          <a:ext cx="4171951" cy="489684"/>
        </p:xfrm>
        <a:graphic>
          <a:graphicData uri="http://schemas.openxmlformats.org/drawingml/2006/table">
            <a:tbl>
              <a:tblPr/>
              <a:tblGrid>
                <a:gridCol w="1422742">
                  <a:extLst>
                    <a:ext uri="{9D8B030D-6E8A-4147-A177-3AD203B41FA5}">
                      <a16:colId xmlns:a16="http://schemas.microsoft.com/office/drawing/2014/main" val="2453944330"/>
                    </a:ext>
                  </a:extLst>
                </a:gridCol>
                <a:gridCol w="1422742">
                  <a:extLst>
                    <a:ext uri="{9D8B030D-6E8A-4147-A177-3AD203B41FA5}">
                      <a16:colId xmlns:a16="http://schemas.microsoft.com/office/drawing/2014/main" val="1390241070"/>
                    </a:ext>
                  </a:extLst>
                </a:gridCol>
                <a:gridCol w="1326467">
                  <a:extLst>
                    <a:ext uri="{9D8B030D-6E8A-4147-A177-3AD203B41FA5}">
                      <a16:colId xmlns:a16="http://schemas.microsoft.com/office/drawing/2014/main" val="2716907309"/>
                    </a:ext>
                  </a:extLst>
                </a:gridCol>
              </a:tblGrid>
              <a:tr h="163228">
                <a:tc>
                  <a:txBody>
                    <a:bodyPr/>
                    <a:lstStyle/>
                    <a:p>
                      <a:pPr algn="ctr" rtl="0" fontAlgn="ctr"/>
                      <a:r>
                        <a:rPr lang="en-US" sz="1000" b="1" i="0" u="none" strike="noStrike" dirty="0">
                          <a:solidFill>
                            <a:srgbClr val="FFFFFF"/>
                          </a:solidFill>
                          <a:effectLst/>
                          <a:latin typeface="Calibri" panose="020F0502020204030204" pitchFamily="34" charset="0"/>
                        </a:rPr>
                        <a:t>Component</a:t>
                      </a: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0A0B8"/>
                    </a:solidFill>
                  </a:tcPr>
                </a:tc>
                <a:tc>
                  <a:txBody>
                    <a:bodyPr/>
                    <a:lstStyle/>
                    <a:p>
                      <a:pPr algn="ctr" rtl="0" fontAlgn="ctr"/>
                      <a:r>
                        <a:rPr lang="en-US" sz="1000" b="1" i="0" u="none" strike="noStrike" dirty="0">
                          <a:solidFill>
                            <a:srgbClr val="FFFFFF"/>
                          </a:solidFill>
                          <a:effectLst/>
                          <a:latin typeface="Calibri" panose="020F0502020204030204" pitchFamily="34" charset="0"/>
                        </a:rPr>
                        <a:t>Functionality</a:t>
                      </a: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0A0B8"/>
                    </a:solidFill>
                  </a:tcPr>
                </a:tc>
                <a:tc>
                  <a:txBody>
                    <a:bodyPr/>
                    <a:lstStyle/>
                    <a:p>
                      <a:pPr algn="ctr" rtl="0" fontAlgn="ctr"/>
                      <a:r>
                        <a:rPr lang="en-US" sz="1000" b="1" i="0" u="none" strike="noStrike">
                          <a:solidFill>
                            <a:srgbClr val="FFFFFF"/>
                          </a:solidFill>
                          <a:effectLst/>
                          <a:latin typeface="Calibri" panose="020F0502020204030204" pitchFamily="34" charset="0"/>
                        </a:rPr>
                        <a:t>Voume (TPH)</a:t>
                      </a: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0A0B8"/>
                    </a:solidFill>
                  </a:tcPr>
                </a:tc>
                <a:extLst>
                  <a:ext uri="{0D108BD9-81ED-4DB2-BD59-A6C34878D82A}">
                    <a16:rowId xmlns:a16="http://schemas.microsoft.com/office/drawing/2014/main" val="1514924107"/>
                  </a:ext>
                </a:extLst>
              </a:tr>
              <a:tr h="163228">
                <a:tc rowSpan="2">
                  <a:txBody>
                    <a:bodyPr/>
                    <a:lstStyle/>
                    <a:p>
                      <a:pPr algn="ctr" rtl="0" fontAlgn="ctr"/>
                      <a:r>
                        <a:rPr lang="en-US" sz="1000" b="1" i="0" u="none" strike="noStrike" dirty="0">
                          <a:solidFill>
                            <a:srgbClr val="000000"/>
                          </a:solidFill>
                          <a:effectLst/>
                          <a:latin typeface="Calibri" panose="020F0502020204030204" pitchFamily="34" charset="0"/>
                        </a:rPr>
                        <a:t>File Processing</a:t>
                      </a: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DF9FF"/>
                    </a:solidFill>
                  </a:tcPr>
                </a:tc>
                <a:tc>
                  <a:txBody>
                    <a:bodyPr/>
                    <a:lstStyle/>
                    <a:p>
                      <a:pPr algn="ctr" rtl="0" fontAlgn="ctr"/>
                      <a:r>
                        <a:rPr lang="en-US" sz="1000" b="1" i="0" u="none" strike="noStrike" dirty="0">
                          <a:solidFill>
                            <a:srgbClr val="000000"/>
                          </a:solidFill>
                          <a:effectLst/>
                          <a:latin typeface="Calibri" panose="020F0502020204030204" pitchFamily="34" charset="0"/>
                        </a:rPr>
                        <a:t>FTP</a:t>
                      </a: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DF9FF"/>
                    </a:solidFill>
                  </a:tcPr>
                </a:tc>
                <a:tc>
                  <a:txBody>
                    <a:bodyPr/>
                    <a:lstStyle/>
                    <a:p>
                      <a:pPr algn="ctr" rtl="0" fontAlgn="ctr"/>
                      <a:r>
                        <a:rPr lang="en-US" sz="1000" b="1" i="0" u="none" strike="noStrike" dirty="0">
                          <a:solidFill>
                            <a:srgbClr val="000000"/>
                          </a:solidFill>
                          <a:effectLst/>
                          <a:latin typeface="Calibri" panose="020F0502020204030204" pitchFamily="34" charset="0"/>
                        </a:rPr>
                        <a:t>64800</a:t>
                      </a: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DF9FF"/>
                    </a:solidFill>
                  </a:tcPr>
                </a:tc>
                <a:extLst>
                  <a:ext uri="{0D108BD9-81ED-4DB2-BD59-A6C34878D82A}">
                    <a16:rowId xmlns:a16="http://schemas.microsoft.com/office/drawing/2014/main" val="2701252512"/>
                  </a:ext>
                </a:extLst>
              </a:tr>
              <a:tr h="163228">
                <a:tc vMerge="1">
                  <a:txBody>
                    <a:bodyPr/>
                    <a:lstStyle/>
                    <a:p>
                      <a:endParaRPr lang="en-US"/>
                    </a:p>
                  </a:txBody>
                  <a:tcPr/>
                </a:tc>
                <a:tc>
                  <a:txBody>
                    <a:bodyPr/>
                    <a:lstStyle/>
                    <a:p>
                      <a:pPr algn="ctr" rtl="0" fontAlgn="ctr"/>
                      <a:r>
                        <a:rPr lang="en-US" sz="1000" b="1" i="0" u="none" strike="noStrike" dirty="0">
                          <a:solidFill>
                            <a:srgbClr val="000000"/>
                          </a:solidFill>
                          <a:effectLst/>
                          <a:latin typeface="Calibri" panose="020F0502020204030204" pitchFamily="34" charset="0"/>
                        </a:rPr>
                        <a:t>HTTP</a:t>
                      </a: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FCFF"/>
                    </a:solidFill>
                  </a:tcPr>
                </a:tc>
                <a:tc>
                  <a:txBody>
                    <a:bodyPr/>
                    <a:lstStyle/>
                    <a:p>
                      <a:pPr algn="ctr" rtl="0" fontAlgn="ctr"/>
                      <a:r>
                        <a:rPr lang="en-US" sz="1000" b="1" i="0" u="none" strike="noStrike" dirty="0">
                          <a:solidFill>
                            <a:srgbClr val="000000"/>
                          </a:solidFill>
                          <a:effectLst/>
                          <a:latin typeface="Calibri" panose="020F0502020204030204" pitchFamily="34" charset="0"/>
                        </a:rPr>
                        <a:t>16200</a:t>
                      </a:r>
                    </a:p>
                  </a:txBody>
                  <a:tcPr marL="6350" marR="6350" marT="635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FCFF"/>
                    </a:solidFill>
                  </a:tcPr>
                </a:tc>
                <a:extLst>
                  <a:ext uri="{0D108BD9-81ED-4DB2-BD59-A6C34878D82A}">
                    <a16:rowId xmlns:a16="http://schemas.microsoft.com/office/drawing/2014/main" val="90308852"/>
                  </a:ext>
                </a:extLst>
              </a:tr>
            </a:tbl>
          </a:graphicData>
        </a:graphic>
      </p:graphicFrame>
      <p:sp>
        <p:nvSpPr>
          <p:cNvPr id="20" name="Rectangle 19">
            <a:extLst>
              <a:ext uri="{FF2B5EF4-FFF2-40B4-BE49-F238E27FC236}">
                <a16:creationId xmlns:a16="http://schemas.microsoft.com/office/drawing/2014/main" id="{CF50FAC5-FEDF-4B9F-85E8-010C6648CA98}"/>
              </a:ext>
            </a:extLst>
          </p:cNvPr>
          <p:cNvSpPr/>
          <p:nvPr/>
        </p:nvSpPr>
        <p:spPr>
          <a:xfrm>
            <a:off x="4737176" y="2438484"/>
            <a:ext cx="4171951" cy="869469"/>
          </a:xfrm>
          <a:prstGeom prst="rect">
            <a:avLst/>
          </a:prstGeom>
        </p:spPr>
        <p:txBody>
          <a:bodyPr wrap="square" lIns="68580" tIns="34290" rIns="68580" bIns="34290">
            <a:spAutoFit/>
          </a:bodyPr>
          <a:lstStyle/>
          <a:p>
            <a:pPr marL="228600" indent="-228600">
              <a:buFont typeface="Arial" panose="020B0604020202020204" pitchFamily="34" charset="0"/>
              <a:buChar char="•"/>
            </a:pPr>
            <a:r>
              <a:rPr lang="en-US" sz="1050" dirty="0">
                <a:solidFill>
                  <a:schemeClr val="bg2"/>
                </a:solidFill>
                <a:latin typeface="Calibri" panose="020F0502020204030204" pitchFamily="34" charset="0"/>
                <a:cs typeface="Calibri" panose="020F0502020204030204" pitchFamily="34" charset="0"/>
              </a:rPr>
              <a:t>Stop Filewatcher service on server clmftpprf01 in order to add 150k files during the stress.</a:t>
            </a:r>
          </a:p>
          <a:p>
            <a:pPr marL="228600" indent="-228600">
              <a:buFont typeface="Arial" panose="020B0604020202020204" pitchFamily="34" charset="0"/>
              <a:buChar char="•"/>
            </a:pPr>
            <a:r>
              <a:rPr lang="en-US" sz="1050" dirty="0">
                <a:solidFill>
                  <a:schemeClr val="bg2"/>
                </a:solidFill>
                <a:latin typeface="Calibri" panose="020F0502020204030204" pitchFamily="34" charset="0"/>
                <a:cs typeface="Calibri" panose="020F0502020204030204" pitchFamily="34" charset="0"/>
              </a:rPr>
              <a:t>Start Filewatcher service to allow the file transfer and start the execution with FTP &amp; HTTP scripts.</a:t>
            </a:r>
            <a:endParaRPr lang="en-US" sz="1050" dirty="0">
              <a:solidFill>
                <a:schemeClr val="bg2"/>
              </a:solidFill>
            </a:endParaRPr>
          </a:p>
          <a:p>
            <a:pPr marL="228600" indent="-228600">
              <a:buFont typeface="Arial" panose="020B0604020202020204" pitchFamily="34" charset="0"/>
              <a:buChar char="•"/>
            </a:pPr>
            <a:endParaRPr lang="en-US" sz="1000" b="1" i="1" dirty="0">
              <a:solidFill>
                <a:schemeClr val="bg2"/>
              </a:solidFill>
              <a:latin typeface="Calibri" panose="020F0502020204030204" pitchFamily="34" charset="0"/>
            </a:endParaRPr>
          </a:p>
        </p:txBody>
      </p:sp>
      <p:sp>
        <p:nvSpPr>
          <p:cNvPr id="4" name="Rectangle 3">
            <a:extLst>
              <a:ext uri="{FF2B5EF4-FFF2-40B4-BE49-F238E27FC236}">
                <a16:creationId xmlns:a16="http://schemas.microsoft.com/office/drawing/2014/main" id="{237349BC-5EB3-47C0-AF71-A2CEC1ADD10B}"/>
              </a:ext>
            </a:extLst>
          </p:cNvPr>
          <p:cNvSpPr/>
          <p:nvPr/>
        </p:nvSpPr>
        <p:spPr>
          <a:xfrm>
            <a:off x="264542" y="3250246"/>
            <a:ext cx="4572000" cy="1477328"/>
          </a:xfrm>
          <a:prstGeom prst="rect">
            <a:avLst/>
          </a:prstGeom>
        </p:spPr>
        <p:txBody>
          <a:bodyPr>
            <a:spAutoFit/>
          </a:bodyPr>
          <a:lstStyle/>
          <a:p>
            <a:r>
              <a:rPr lang="en-US" sz="1000" b="1" u="sng" dirty="0">
                <a:latin typeface="Calibri" panose="020F0502020204030204" pitchFamily="34" charset="0"/>
                <a:cs typeface="Calibri" panose="020F0502020204030204" pitchFamily="34" charset="0"/>
              </a:rPr>
              <a:t>CLM FEP:</a:t>
            </a:r>
          </a:p>
          <a:p>
            <a:r>
              <a:rPr lang="en-US" sz="1000" dirty="0">
                <a:latin typeface="Calibri" panose="020F0502020204030204" pitchFamily="34" charset="0"/>
                <a:cs typeface="Calibri" panose="020F0502020204030204" pitchFamily="34" charset="0"/>
              </a:rPr>
              <a:t>MAP_Product_Lookup : Dell product column and case management column</a:t>
            </a:r>
          </a:p>
          <a:p>
            <a:r>
              <a:rPr lang="en-US" sz="1000" dirty="0">
                <a:latin typeface="Calibri" panose="020F0502020204030204" pitchFamily="34" charset="0"/>
                <a:cs typeface="Calibri" panose="020F0502020204030204" pitchFamily="34" charset="0"/>
              </a:rPr>
              <a:t>L-Dell Message Exchanges/Queues : CLM.M.BOM.DELL.Q, CLM.M.FILTERRULE.DELL.Q, CLM.PARSE.DELL.Q</a:t>
            </a:r>
          </a:p>
          <a:p>
            <a:r>
              <a:rPr lang="en-US" sz="1000" dirty="0">
                <a:latin typeface="Calibri" panose="020F0502020204030204" pitchFamily="34" charset="0"/>
                <a:cs typeface="Calibri" panose="020F0502020204030204" pitchFamily="34" charset="0"/>
              </a:rPr>
              <a:t>CLM Reporting : query service tag, serial number, loader job changes to pull data</a:t>
            </a:r>
          </a:p>
          <a:p>
            <a:endParaRPr lang="en-US" sz="1000" dirty="0">
              <a:latin typeface="Calibri" panose="020F0502020204030204" pitchFamily="34" charset="0"/>
              <a:cs typeface="Calibri" panose="020F0502020204030204" pitchFamily="34" charset="0"/>
            </a:endParaRPr>
          </a:p>
          <a:p>
            <a:r>
              <a:rPr lang="en-US" sz="1000" b="1" u="sng" dirty="0">
                <a:latin typeface="Calibri" panose="020F0502020204030204" pitchFamily="34" charset="0"/>
                <a:cs typeface="Calibri" panose="020F0502020204030204" pitchFamily="34" charset="0"/>
              </a:rPr>
              <a:t>CLM RPT app:</a:t>
            </a:r>
          </a:p>
          <a:p>
            <a:r>
              <a:rPr lang="en-US" sz="1000" dirty="0">
                <a:latin typeface="Calibri" panose="020F0502020204030204" pitchFamily="34" charset="0"/>
                <a:cs typeface="Calibri" panose="020F0502020204030204" pitchFamily="34" charset="0"/>
              </a:rPr>
              <a:t>UI Reporting scenarios: Connect Home, Install Base, Service Requests, Summary Page, Product Overview Page, Integrity Reports, IB details</a:t>
            </a:r>
          </a:p>
        </p:txBody>
      </p:sp>
      <p:sp>
        <p:nvSpPr>
          <p:cNvPr id="22" name="Rectangle 21">
            <a:extLst>
              <a:ext uri="{FF2B5EF4-FFF2-40B4-BE49-F238E27FC236}">
                <a16:creationId xmlns:a16="http://schemas.microsoft.com/office/drawing/2014/main" id="{C6736AE5-6861-4FBB-8709-F93BE63DC113}"/>
              </a:ext>
            </a:extLst>
          </p:cNvPr>
          <p:cNvSpPr/>
          <p:nvPr/>
        </p:nvSpPr>
        <p:spPr>
          <a:xfrm>
            <a:off x="4695826" y="3414575"/>
            <a:ext cx="4171951" cy="707886"/>
          </a:xfrm>
          <a:prstGeom prst="rect">
            <a:avLst/>
          </a:prstGeom>
        </p:spPr>
        <p:txBody>
          <a:bodyPr wrap="square" lIns="68580" tIns="34290" rIns="68580" bIns="34290">
            <a:spAutoFit/>
          </a:bodyPr>
          <a:lstStyle/>
          <a:p>
            <a:pPr marL="228600" indent="-228600">
              <a:buFont typeface="Arial" panose="020B0604020202020204" pitchFamily="34" charset="0"/>
              <a:buChar char="•"/>
            </a:pPr>
            <a:r>
              <a:rPr lang="en-US" sz="1050" dirty="0">
                <a:solidFill>
                  <a:schemeClr val="bg2"/>
                </a:solidFill>
                <a:latin typeface="Calibri" panose="020F0502020204030204" pitchFamily="34" charset="0"/>
                <a:cs typeface="Calibri" panose="020F0502020204030204" pitchFamily="34" charset="0"/>
              </a:rPr>
              <a:t>To execute 1x load tests to determine the E2E response time, TPS for specified business transactions.</a:t>
            </a:r>
          </a:p>
          <a:p>
            <a:pPr marL="228600" indent="-228600">
              <a:buFont typeface="Arial" panose="020B0604020202020204" pitchFamily="34" charset="0"/>
              <a:buChar char="•"/>
            </a:pPr>
            <a:r>
              <a:rPr lang="en-US" sz="1050" dirty="0">
                <a:solidFill>
                  <a:schemeClr val="bg2"/>
                </a:solidFill>
                <a:latin typeface="Calibri" panose="020F0502020204030204" pitchFamily="34" charset="0"/>
                <a:cs typeface="Calibri" panose="020F0502020204030204" pitchFamily="34" charset="0"/>
              </a:rPr>
              <a:t>To monitor the PCF for perf environment logs and various metrics.</a:t>
            </a:r>
            <a:endParaRPr lang="en-US" sz="1050" dirty="0">
              <a:solidFill>
                <a:schemeClr val="bg2"/>
              </a:solidFill>
            </a:endParaRPr>
          </a:p>
          <a:p>
            <a:pPr marL="228600" indent="-228600">
              <a:buFont typeface="Arial" panose="020B0604020202020204" pitchFamily="34" charset="0"/>
              <a:buChar char="•"/>
            </a:pPr>
            <a:endParaRPr lang="en-US" sz="1000" b="1" i="1" dirty="0">
              <a:solidFill>
                <a:schemeClr val="bg2"/>
              </a:solidFill>
              <a:latin typeface="Calibri" panose="020F0502020204030204" pitchFamily="34" charset="0"/>
            </a:endParaRPr>
          </a:p>
        </p:txBody>
      </p:sp>
      <p:sp>
        <p:nvSpPr>
          <p:cNvPr id="23" name="Snip Single Corner Rectangle 17">
            <a:extLst>
              <a:ext uri="{FF2B5EF4-FFF2-40B4-BE49-F238E27FC236}">
                <a16:creationId xmlns:a16="http://schemas.microsoft.com/office/drawing/2014/main" id="{B4304ED8-63FD-4907-91E9-76AE36392316}"/>
              </a:ext>
            </a:extLst>
          </p:cNvPr>
          <p:cNvSpPr/>
          <p:nvPr/>
        </p:nvSpPr>
        <p:spPr>
          <a:xfrm>
            <a:off x="4800118" y="992547"/>
            <a:ext cx="1855698" cy="209550"/>
          </a:xfrm>
          <a:prstGeom prst="snip1Rect">
            <a:avLst/>
          </a:prstGeom>
          <a:ln/>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800" b="1" dirty="0">
                <a:solidFill>
                  <a:schemeClr val="accent5">
                    <a:lumMod val="75000"/>
                  </a:schemeClr>
                </a:solidFill>
              </a:rPr>
              <a:t>CLM FEP</a:t>
            </a:r>
          </a:p>
        </p:txBody>
      </p:sp>
      <p:sp>
        <p:nvSpPr>
          <p:cNvPr id="24" name="Snip Single Corner Rectangle 17">
            <a:extLst>
              <a:ext uri="{FF2B5EF4-FFF2-40B4-BE49-F238E27FC236}">
                <a16:creationId xmlns:a16="http://schemas.microsoft.com/office/drawing/2014/main" id="{745307A3-581E-4E86-AC60-48451EFC8D59}"/>
              </a:ext>
            </a:extLst>
          </p:cNvPr>
          <p:cNvSpPr/>
          <p:nvPr/>
        </p:nvSpPr>
        <p:spPr>
          <a:xfrm>
            <a:off x="4800118" y="3143624"/>
            <a:ext cx="1855698" cy="209550"/>
          </a:xfrm>
          <a:prstGeom prst="snip1Rect">
            <a:avLst/>
          </a:prstGeom>
          <a:ln/>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800" b="1" dirty="0">
                <a:solidFill>
                  <a:schemeClr val="accent5">
                    <a:lumMod val="75000"/>
                  </a:schemeClr>
                </a:solidFill>
              </a:rPr>
              <a:t>CLM RPT app</a:t>
            </a:r>
          </a:p>
        </p:txBody>
      </p:sp>
      <p:sp>
        <p:nvSpPr>
          <p:cNvPr id="21" name="Snip Single Corner Rectangle 17">
            <a:extLst>
              <a:ext uri="{FF2B5EF4-FFF2-40B4-BE49-F238E27FC236}">
                <a16:creationId xmlns:a16="http://schemas.microsoft.com/office/drawing/2014/main" id="{23D85133-3720-4D91-86D7-C15DC78D387B}"/>
              </a:ext>
            </a:extLst>
          </p:cNvPr>
          <p:cNvSpPr/>
          <p:nvPr/>
        </p:nvSpPr>
        <p:spPr>
          <a:xfrm>
            <a:off x="4836542" y="4060161"/>
            <a:ext cx="1855698" cy="209550"/>
          </a:xfrm>
          <a:prstGeom prst="snip1Rect">
            <a:avLst/>
          </a:prstGeom>
          <a:ln/>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800" b="1" dirty="0">
                <a:solidFill>
                  <a:schemeClr val="accent5">
                    <a:lumMod val="75000"/>
                  </a:schemeClr>
                </a:solidFill>
              </a:rPr>
              <a:t>CLM MFT Dream Catcher</a:t>
            </a:r>
          </a:p>
        </p:txBody>
      </p:sp>
      <p:sp>
        <p:nvSpPr>
          <p:cNvPr id="25" name="Rectangle 24">
            <a:extLst>
              <a:ext uri="{FF2B5EF4-FFF2-40B4-BE49-F238E27FC236}">
                <a16:creationId xmlns:a16="http://schemas.microsoft.com/office/drawing/2014/main" id="{A0F790C2-5446-4969-8758-C473FE3BB922}"/>
              </a:ext>
            </a:extLst>
          </p:cNvPr>
          <p:cNvSpPr/>
          <p:nvPr/>
        </p:nvSpPr>
        <p:spPr>
          <a:xfrm>
            <a:off x="4707507" y="4325553"/>
            <a:ext cx="4171951" cy="392415"/>
          </a:xfrm>
          <a:prstGeom prst="rect">
            <a:avLst/>
          </a:prstGeom>
        </p:spPr>
        <p:txBody>
          <a:bodyPr wrap="square" lIns="68580" tIns="34290" rIns="68580" bIns="34290">
            <a:spAutoFit/>
          </a:bodyPr>
          <a:lstStyle/>
          <a:p>
            <a:pPr marL="228600" indent="-228600">
              <a:buFont typeface="Arial" panose="020B0604020202020204" pitchFamily="34" charset="0"/>
              <a:buChar char="•"/>
            </a:pPr>
            <a:r>
              <a:rPr lang="en-US" sz="1050" dirty="0">
                <a:solidFill>
                  <a:schemeClr val="bg2"/>
                </a:solidFill>
                <a:latin typeface="Calibri" panose="020F0502020204030204" pitchFamily="34" charset="0"/>
                <a:cs typeface="Calibri" panose="020F0502020204030204" pitchFamily="34" charset="0"/>
              </a:rPr>
              <a:t>To determine the processing time for various config files like TOPO, EVENTS &amp; SYSLOG of various products by MFT to CLM system.</a:t>
            </a:r>
          </a:p>
        </p:txBody>
      </p:sp>
    </p:spTree>
    <p:extLst>
      <p:ext uri="{BB962C8B-B14F-4D97-AF65-F5344CB8AC3E}">
        <p14:creationId xmlns:p14="http://schemas.microsoft.com/office/powerpoint/2010/main" val="16050043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3" name="Straight Connector 42"/>
          <p:cNvCxnSpPr>
            <a:cxnSpLocks/>
          </p:cNvCxnSpPr>
          <p:nvPr/>
        </p:nvCxnSpPr>
        <p:spPr>
          <a:xfrm>
            <a:off x="5546172" y="2088390"/>
            <a:ext cx="0" cy="2966424"/>
          </a:xfrm>
          <a:prstGeom prst="line">
            <a:avLst/>
          </a:prstGeom>
        </p:spPr>
        <p:style>
          <a:lnRef idx="2">
            <a:schemeClr val="accent5"/>
          </a:lnRef>
          <a:fillRef idx="0">
            <a:schemeClr val="accent5"/>
          </a:fillRef>
          <a:effectRef idx="1">
            <a:schemeClr val="accent5"/>
          </a:effectRef>
          <a:fontRef idx="minor">
            <a:schemeClr val="tx1"/>
          </a:fontRef>
        </p:style>
      </p:cxnSp>
      <p:sp>
        <p:nvSpPr>
          <p:cNvPr id="10" name="Title 7"/>
          <p:cNvSpPr>
            <a:spLocks noGrp="1"/>
          </p:cNvSpPr>
          <p:nvPr>
            <p:ph type="title"/>
          </p:nvPr>
        </p:nvSpPr>
        <p:spPr>
          <a:xfrm>
            <a:off x="274319" y="103346"/>
            <a:ext cx="7955280" cy="389816"/>
          </a:xfrm>
        </p:spPr>
        <p:txBody>
          <a:bodyPr/>
          <a:lstStyle/>
          <a:p>
            <a:r>
              <a:rPr lang="en-US" sz="2500" dirty="0"/>
              <a:t>CLM - Executive Summary</a:t>
            </a:r>
          </a:p>
        </p:txBody>
      </p:sp>
      <p:sp>
        <p:nvSpPr>
          <p:cNvPr id="18" name="TextBox 17"/>
          <p:cNvSpPr txBox="1"/>
          <p:nvPr/>
        </p:nvSpPr>
        <p:spPr>
          <a:xfrm>
            <a:off x="96391" y="1923538"/>
            <a:ext cx="5256619" cy="338554"/>
          </a:xfrm>
          <a:prstGeom prst="rect">
            <a:avLst/>
          </a:prstGeom>
          <a:noFill/>
        </p:spPr>
        <p:txBody>
          <a:bodyPr wrap="square" rtlCol="0">
            <a:spAutoFit/>
          </a:bodyPr>
          <a:lstStyle/>
          <a:p>
            <a:r>
              <a:rPr lang="en-US" sz="1600" b="1" dirty="0">
                <a:solidFill>
                  <a:srgbClr val="FFC000"/>
                </a:solidFill>
                <a:latin typeface="Calibri" panose="020F0502020204030204" pitchFamily="34" charset="0"/>
              </a:rPr>
              <a:t>Metrics for CLM-FEP</a:t>
            </a:r>
          </a:p>
        </p:txBody>
      </p:sp>
      <p:sp>
        <p:nvSpPr>
          <p:cNvPr id="20" name="TextBox 19"/>
          <p:cNvSpPr txBox="1"/>
          <p:nvPr/>
        </p:nvSpPr>
        <p:spPr>
          <a:xfrm>
            <a:off x="83781" y="457754"/>
            <a:ext cx="4335818" cy="338554"/>
          </a:xfrm>
          <a:prstGeom prst="rect">
            <a:avLst/>
          </a:prstGeom>
          <a:noFill/>
        </p:spPr>
        <p:txBody>
          <a:bodyPr wrap="square" rtlCol="0">
            <a:spAutoFit/>
          </a:bodyPr>
          <a:lstStyle/>
          <a:p>
            <a:r>
              <a:rPr lang="en-US" sz="1600" b="1" dirty="0">
                <a:solidFill>
                  <a:srgbClr val="FFC000"/>
                </a:solidFill>
                <a:latin typeface="Calibri" panose="020F0502020204030204" pitchFamily="34" charset="0"/>
              </a:rPr>
              <a:t>Transaction Performance:</a:t>
            </a:r>
          </a:p>
        </p:txBody>
      </p:sp>
      <p:sp>
        <p:nvSpPr>
          <p:cNvPr id="48" name="TextBox 47"/>
          <p:cNvSpPr txBox="1"/>
          <p:nvPr/>
        </p:nvSpPr>
        <p:spPr>
          <a:xfrm>
            <a:off x="5647156" y="1923538"/>
            <a:ext cx="1777387" cy="338554"/>
          </a:xfrm>
          <a:prstGeom prst="rect">
            <a:avLst/>
          </a:prstGeom>
          <a:noFill/>
        </p:spPr>
        <p:txBody>
          <a:bodyPr wrap="square" rtlCol="0">
            <a:spAutoFit/>
          </a:bodyPr>
          <a:lstStyle/>
          <a:p>
            <a:r>
              <a:rPr lang="en-US" sz="1600" b="1" dirty="0">
                <a:solidFill>
                  <a:srgbClr val="FFC000"/>
                </a:solidFill>
                <a:latin typeface="Calibri" panose="020F0502020204030204" pitchFamily="34" charset="0"/>
              </a:rPr>
              <a:t>Risks / Concerns:</a:t>
            </a:r>
          </a:p>
        </p:txBody>
      </p:sp>
      <p:sp>
        <p:nvSpPr>
          <p:cNvPr id="37" name="Snip Single Corner Rectangle 26">
            <a:extLst>
              <a:ext uri="{FF2B5EF4-FFF2-40B4-BE49-F238E27FC236}">
                <a16:creationId xmlns:a16="http://schemas.microsoft.com/office/drawing/2014/main" id="{5B232384-EAD8-4BB5-9D96-11B287AED483}"/>
              </a:ext>
            </a:extLst>
          </p:cNvPr>
          <p:cNvSpPr/>
          <p:nvPr/>
        </p:nvSpPr>
        <p:spPr>
          <a:xfrm>
            <a:off x="180973" y="869659"/>
            <a:ext cx="883485" cy="246608"/>
          </a:xfrm>
          <a:prstGeom prst="snip1Rect">
            <a:avLst/>
          </a:prstGeom>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800" b="1" dirty="0">
                <a:solidFill>
                  <a:schemeClr val="accent3">
                    <a:lumMod val="50000"/>
                  </a:schemeClr>
                </a:solidFill>
              </a:rPr>
              <a:t>CLM FEP </a:t>
            </a:r>
          </a:p>
        </p:txBody>
      </p:sp>
      <p:sp>
        <p:nvSpPr>
          <p:cNvPr id="39" name="Rounded Rectangle 33">
            <a:extLst>
              <a:ext uri="{FF2B5EF4-FFF2-40B4-BE49-F238E27FC236}">
                <a16:creationId xmlns:a16="http://schemas.microsoft.com/office/drawing/2014/main" id="{F0D36AFC-B52A-4909-B6DA-F538FCD6A9CB}"/>
              </a:ext>
            </a:extLst>
          </p:cNvPr>
          <p:cNvSpPr/>
          <p:nvPr/>
        </p:nvSpPr>
        <p:spPr>
          <a:xfrm>
            <a:off x="1295399" y="869659"/>
            <a:ext cx="6248401" cy="246608"/>
          </a:xfrm>
          <a:prstGeom prst="roundRect">
            <a:avLst/>
          </a:prstGeom>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700" b="1" dirty="0">
                <a:solidFill>
                  <a:schemeClr val="bg2"/>
                </a:solidFill>
              </a:rPr>
              <a:t>[</a:t>
            </a:r>
            <a:r>
              <a:rPr lang="en-US" sz="800" b="1" dirty="0">
                <a:solidFill>
                  <a:schemeClr val="bg2"/>
                </a:solidFill>
                <a:latin typeface="Calibri" panose="020F0502020204030204" pitchFamily="34" charset="0"/>
              </a:rPr>
              <a:t>Percentage of files which took &gt;1000 secs to process should not be greater than 10% </a:t>
            </a:r>
            <a:r>
              <a:rPr lang="en-US" sz="700" b="1" dirty="0">
                <a:solidFill>
                  <a:schemeClr val="bg2"/>
                </a:solidFill>
              </a:rPr>
              <a:t>~ 22.5 files per second, for continuous file flow]</a:t>
            </a:r>
          </a:p>
        </p:txBody>
      </p:sp>
      <p:sp>
        <p:nvSpPr>
          <p:cNvPr id="50" name="Rounded Rectangle 41">
            <a:extLst>
              <a:ext uri="{FF2B5EF4-FFF2-40B4-BE49-F238E27FC236}">
                <a16:creationId xmlns:a16="http://schemas.microsoft.com/office/drawing/2014/main" id="{5074C268-F381-4FE1-86D3-AC343E2EE3DA}"/>
              </a:ext>
            </a:extLst>
          </p:cNvPr>
          <p:cNvSpPr/>
          <p:nvPr/>
        </p:nvSpPr>
        <p:spPr>
          <a:xfrm flipH="1">
            <a:off x="7756301" y="856610"/>
            <a:ext cx="638176" cy="247649"/>
          </a:xfrm>
          <a:prstGeom prst="roundRect">
            <a:avLst/>
          </a:prstGeom>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700" b="1" dirty="0">
                <a:solidFill>
                  <a:schemeClr val="bg2"/>
                </a:solidFill>
              </a:rPr>
              <a:t>5 hours </a:t>
            </a:r>
          </a:p>
        </p:txBody>
      </p:sp>
      <p:sp>
        <p:nvSpPr>
          <p:cNvPr id="15" name="TextBox 14">
            <a:extLst>
              <a:ext uri="{FF2B5EF4-FFF2-40B4-BE49-F238E27FC236}">
                <a16:creationId xmlns:a16="http://schemas.microsoft.com/office/drawing/2014/main" id="{4893E646-DC2B-4062-8B2A-D46F133BC265}"/>
              </a:ext>
            </a:extLst>
          </p:cNvPr>
          <p:cNvSpPr txBox="1"/>
          <p:nvPr/>
        </p:nvSpPr>
        <p:spPr>
          <a:xfrm>
            <a:off x="180973" y="2179194"/>
            <a:ext cx="4686338" cy="1502976"/>
          </a:xfrm>
          <a:prstGeom prst="rect">
            <a:avLst/>
          </a:prstGeom>
          <a:noFill/>
        </p:spPr>
        <p:txBody>
          <a:bodyPr wrap="square" rtlCol="0">
            <a:spAutoFit/>
          </a:bodyPr>
          <a:lstStyle/>
          <a:p>
            <a:pPr marL="274320" lvl="0" indent="-214313" algn="just">
              <a:spcBef>
                <a:spcPts val="200"/>
              </a:spcBef>
              <a:buFont typeface="Arial" panose="020B0604020202020204" pitchFamily="34" charset="0"/>
              <a:buChar char="•"/>
            </a:pPr>
            <a:r>
              <a:rPr lang="en-US" sz="1000" dirty="0">
                <a:solidFill>
                  <a:schemeClr val="bg2"/>
                </a:solidFill>
                <a:latin typeface="Calibri" panose="020F0502020204030204" pitchFamily="34" charset="0"/>
              </a:rPr>
              <a:t>Average processing time taken by files to process from the CLM system.</a:t>
            </a:r>
          </a:p>
          <a:p>
            <a:pPr marL="274320" lvl="0" indent="-214313" algn="just">
              <a:spcBef>
                <a:spcPts val="200"/>
              </a:spcBef>
              <a:buFont typeface="Arial" panose="020B0604020202020204" pitchFamily="34" charset="0"/>
              <a:buChar char="•"/>
            </a:pPr>
            <a:r>
              <a:rPr lang="en-US" sz="1000" dirty="0">
                <a:solidFill>
                  <a:schemeClr val="bg2"/>
                </a:solidFill>
                <a:latin typeface="Calibri" panose="020F0502020204030204" pitchFamily="34" charset="0"/>
              </a:rPr>
              <a:t>CPU utilizations and memory utilizations for the CLM queues.</a:t>
            </a:r>
          </a:p>
          <a:p>
            <a:pPr marL="274320" lvl="0" indent="-214313" algn="just">
              <a:spcBef>
                <a:spcPts val="200"/>
              </a:spcBef>
              <a:buFont typeface="Arial" panose="020B0604020202020204" pitchFamily="34" charset="0"/>
              <a:buChar char="•"/>
            </a:pPr>
            <a:r>
              <a:rPr lang="en-US" sz="1000" dirty="0">
                <a:solidFill>
                  <a:schemeClr val="bg2"/>
                </a:solidFill>
                <a:latin typeface="Calibri" panose="020F0502020204030204" pitchFamily="34" charset="0"/>
              </a:rPr>
              <a:t>Monitoring tools used:</a:t>
            </a:r>
          </a:p>
          <a:p>
            <a:pPr marL="60007" lvl="0" algn="just">
              <a:spcBef>
                <a:spcPts val="200"/>
              </a:spcBef>
            </a:pPr>
            <a:r>
              <a:rPr lang="en-US" sz="1000" dirty="0">
                <a:solidFill>
                  <a:schemeClr val="bg2"/>
                </a:solidFill>
                <a:latin typeface="Calibri" panose="020F0502020204030204" pitchFamily="34" charset="0"/>
              </a:rPr>
              <a:t>       To check queued messages – Rabbit MQ</a:t>
            </a:r>
          </a:p>
          <a:p>
            <a:pPr marL="60007" lvl="0" algn="just">
              <a:spcBef>
                <a:spcPts val="200"/>
              </a:spcBef>
            </a:pPr>
            <a:r>
              <a:rPr lang="en-US" sz="1000" dirty="0">
                <a:solidFill>
                  <a:schemeClr val="bg2"/>
                </a:solidFill>
                <a:latin typeface="Calibri" panose="020F0502020204030204" pitchFamily="34" charset="0"/>
              </a:rPr>
              <a:t>       Modules Memory Utilizations – JVM Memory</a:t>
            </a:r>
          </a:p>
          <a:p>
            <a:pPr marL="60007" lvl="0" algn="just">
              <a:spcBef>
                <a:spcPts val="200"/>
              </a:spcBef>
            </a:pPr>
            <a:r>
              <a:rPr lang="en-US" sz="1000" dirty="0">
                <a:solidFill>
                  <a:schemeClr val="bg2"/>
                </a:solidFill>
                <a:latin typeface="Calibri" panose="020F0502020204030204" pitchFamily="34" charset="0"/>
              </a:rPr>
              <a:t>       CLM Service CPU and memory Utilizations – JConsole</a:t>
            </a:r>
          </a:p>
          <a:p>
            <a:pPr marL="60007" lvl="0" algn="just">
              <a:spcBef>
                <a:spcPts val="200"/>
              </a:spcBef>
            </a:pPr>
            <a:r>
              <a:rPr lang="en-US" sz="1000" dirty="0">
                <a:solidFill>
                  <a:schemeClr val="bg2"/>
                </a:solidFill>
                <a:latin typeface="Calibri" panose="020F0502020204030204" pitchFamily="34" charset="0"/>
              </a:rPr>
              <a:t>       </a:t>
            </a:r>
          </a:p>
          <a:p>
            <a:pPr marL="60007" lvl="0" algn="just">
              <a:spcBef>
                <a:spcPts val="200"/>
              </a:spcBef>
            </a:pPr>
            <a:r>
              <a:rPr lang="en-US" sz="1000" dirty="0">
                <a:solidFill>
                  <a:schemeClr val="bg2"/>
                </a:solidFill>
                <a:latin typeface="Calibri" panose="020F0502020204030204" pitchFamily="34" charset="0"/>
              </a:rPr>
              <a:t> </a:t>
            </a:r>
          </a:p>
        </p:txBody>
      </p:sp>
      <p:sp>
        <p:nvSpPr>
          <p:cNvPr id="21" name="Rectangle 20">
            <a:extLst>
              <a:ext uri="{FF2B5EF4-FFF2-40B4-BE49-F238E27FC236}">
                <a16:creationId xmlns:a16="http://schemas.microsoft.com/office/drawing/2014/main" id="{CB8EE1DF-0ECA-44D2-A10B-8F2C859517A2}"/>
              </a:ext>
            </a:extLst>
          </p:cNvPr>
          <p:cNvSpPr/>
          <p:nvPr/>
        </p:nvSpPr>
        <p:spPr>
          <a:xfrm>
            <a:off x="5539867" y="2452950"/>
            <a:ext cx="3343384" cy="1061829"/>
          </a:xfrm>
          <a:prstGeom prst="rect">
            <a:avLst/>
          </a:prstGeom>
        </p:spPr>
        <p:txBody>
          <a:bodyPr wrap="square">
            <a:spAutoFit/>
          </a:bodyPr>
          <a:lstStyle/>
          <a:p>
            <a:pPr marL="171450" indent="-171450">
              <a:buFont typeface="Arial" panose="020B0604020202020204" pitchFamily="34" charset="0"/>
              <a:buChar char="•"/>
            </a:pPr>
            <a:r>
              <a:rPr lang="en-US" sz="1050" dirty="0">
                <a:latin typeface="Calibri" panose="020F0502020204030204" pitchFamily="34" charset="0"/>
                <a:cs typeface="Calibri" panose="020F0502020204030204" pitchFamily="34" charset="0"/>
              </a:rPr>
              <a:t>Percentage of files which took &gt;1000 secs to process should not be greater than 10%  .</a:t>
            </a:r>
          </a:p>
          <a:p>
            <a:pPr marL="171450" indent="-171450">
              <a:buFont typeface="Arial" panose="020B0604020202020204" pitchFamily="34" charset="0"/>
              <a:buChar char="•"/>
            </a:pPr>
            <a:r>
              <a:rPr lang="en-US" sz="1050" dirty="0">
                <a:latin typeface="Calibri" panose="020F0502020204030204" pitchFamily="34" charset="0"/>
                <a:cs typeface="Calibri" panose="020F0502020204030204" pitchFamily="34" charset="0"/>
              </a:rPr>
              <a:t>Files getting queued up in CLM queues should not be greater than 50k throughout the test duration.</a:t>
            </a:r>
          </a:p>
          <a:p>
            <a:pPr marL="171450" indent="-171450">
              <a:buFont typeface="Arial" panose="020B0604020202020204" pitchFamily="34" charset="0"/>
              <a:buChar char="•"/>
            </a:pPr>
            <a:r>
              <a:rPr lang="en-US" sz="1050" dirty="0">
                <a:latin typeface="Calibri" panose="020F0502020204030204" pitchFamily="34" charset="0"/>
                <a:cs typeface="Calibri" panose="020F0502020204030204" pitchFamily="34" charset="0"/>
              </a:rPr>
              <a:t>CPU utilization for filter rule service should be less than 60%</a:t>
            </a:r>
          </a:p>
        </p:txBody>
      </p:sp>
      <p:sp>
        <p:nvSpPr>
          <p:cNvPr id="13" name="Snip Single Corner Rectangle 26">
            <a:extLst>
              <a:ext uri="{FF2B5EF4-FFF2-40B4-BE49-F238E27FC236}">
                <a16:creationId xmlns:a16="http://schemas.microsoft.com/office/drawing/2014/main" id="{6B10F192-1A17-49F2-98F5-716910289FB4}"/>
              </a:ext>
            </a:extLst>
          </p:cNvPr>
          <p:cNvSpPr/>
          <p:nvPr/>
        </p:nvSpPr>
        <p:spPr>
          <a:xfrm>
            <a:off x="180973" y="1220305"/>
            <a:ext cx="883485" cy="246608"/>
          </a:xfrm>
          <a:prstGeom prst="snip1Rect">
            <a:avLst/>
          </a:prstGeom>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800" b="1" dirty="0">
                <a:solidFill>
                  <a:schemeClr val="accent3">
                    <a:lumMod val="50000"/>
                  </a:schemeClr>
                </a:solidFill>
              </a:rPr>
              <a:t>CLM RPT </a:t>
            </a:r>
          </a:p>
        </p:txBody>
      </p:sp>
      <p:sp>
        <p:nvSpPr>
          <p:cNvPr id="16" name="Rounded Rectangle 33">
            <a:extLst>
              <a:ext uri="{FF2B5EF4-FFF2-40B4-BE49-F238E27FC236}">
                <a16:creationId xmlns:a16="http://schemas.microsoft.com/office/drawing/2014/main" id="{CA0AD6E6-6942-4B60-B75E-8E39FE47B1D0}"/>
              </a:ext>
            </a:extLst>
          </p:cNvPr>
          <p:cNvSpPr/>
          <p:nvPr/>
        </p:nvSpPr>
        <p:spPr>
          <a:xfrm>
            <a:off x="1295399" y="1231966"/>
            <a:ext cx="6248401" cy="246608"/>
          </a:xfrm>
          <a:prstGeom prst="roundRect">
            <a:avLst/>
          </a:prstGeom>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700" b="1" dirty="0">
                <a:solidFill>
                  <a:schemeClr val="bg2"/>
                </a:solidFill>
              </a:rPr>
              <a:t>Perform various search queries in order to fetch reports &amp; check for 60 secs response times SLA</a:t>
            </a:r>
          </a:p>
        </p:txBody>
      </p:sp>
      <p:sp>
        <p:nvSpPr>
          <p:cNvPr id="17" name="Rounded Rectangle 41">
            <a:extLst>
              <a:ext uri="{FF2B5EF4-FFF2-40B4-BE49-F238E27FC236}">
                <a16:creationId xmlns:a16="http://schemas.microsoft.com/office/drawing/2014/main" id="{3587D074-816D-43BA-8EA4-D91DBA571159}"/>
              </a:ext>
            </a:extLst>
          </p:cNvPr>
          <p:cNvSpPr/>
          <p:nvPr/>
        </p:nvSpPr>
        <p:spPr>
          <a:xfrm flipH="1">
            <a:off x="7756301" y="1232589"/>
            <a:ext cx="638176" cy="247649"/>
          </a:xfrm>
          <a:prstGeom prst="roundRect">
            <a:avLst/>
          </a:prstGeom>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700" b="1" dirty="0">
                <a:solidFill>
                  <a:schemeClr val="bg2"/>
                </a:solidFill>
              </a:rPr>
              <a:t>1 hour </a:t>
            </a:r>
          </a:p>
        </p:txBody>
      </p:sp>
      <p:sp>
        <p:nvSpPr>
          <p:cNvPr id="19" name="TextBox 18">
            <a:extLst>
              <a:ext uri="{FF2B5EF4-FFF2-40B4-BE49-F238E27FC236}">
                <a16:creationId xmlns:a16="http://schemas.microsoft.com/office/drawing/2014/main" id="{6B04624F-CCD4-442F-BD6C-7A712F13E8D9}"/>
              </a:ext>
            </a:extLst>
          </p:cNvPr>
          <p:cNvSpPr txBox="1"/>
          <p:nvPr/>
        </p:nvSpPr>
        <p:spPr>
          <a:xfrm>
            <a:off x="76599" y="3233149"/>
            <a:ext cx="5256619" cy="338554"/>
          </a:xfrm>
          <a:prstGeom prst="rect">
            <a:avLst/>
          </a:prstGeom>
          <a:noFill/>
        </p:spPr>
        <p:txBody>
          <a:bodyPr wrap="square" rtlCol="0">
            <a:spAutoFit/>
          </a:bodyPr>
          <a:lstStyle/>
          <a:p>
            <a:r>
              <a:rPr lang="en-US" sz="1600" b="1" dirty="0">
                <a:solidFill>
                  <a:srgbClr val="FFC000"/>
                </a:solidFill>
                <a:latin typeface="Calibri" panose="020F0502020204030204" pitchFamily="34" charset="0"/>
              </a:rPr>
              <a:t>Metrics for RPT </a:t>
            </a:r>
          </a:p>
        </p:txBody>
      </p:sp>
      <p:sp>
        <p:nvSpPr>
          <p:cNvPr id="22" name="Rectangle 21">
            <a:extLst>
              <a:ext uri="{FF2B5EF4-FFF2-40B4-BE49-F238E27FC236}">
                <a16:creationId xmlns:a16="http://schemas.microsoft.com/office/drawing/2014/main" id="{50F90086-77FF-4A86-8040-4D4D886F8881}"/>
              </a:ext>
            </a:extLst>
          </p:cNvPr>
          <p:cNvSpPr/>
          <p:nvPr/>
        </p:nvSpPr>
        <p:spPr>
          <a:xfrm>
            <a:off x="254445" y="3489999"/>
            <a:ext cx="3343384" cy="738664"/>
          </a:xfrm>
          <a:prstGeom prst="rect">
            <a:avLst/>
          </a:prstGeom>
        </p:spPr>
        <p:txBody>
          <a:bodyPr wrap="square">
            <a:spAutoFit/>
          </a:bodyPr>
          <a:lstStyle/>
          <a:p>
            <a:pPr marL="171450" indent="-171450">
              <a:buFont typeface="Arial" panose="020B0604020202020204" pitchFamily="34" charset="0"/>
              <a:buChar char="•"/>
            </a:pPr>
            <a:r>
              <a:rPr lang="en-US" sz="1050" dirty="0">
                <a:latin typeface="Calibri" panose="020F0502020204030204" pitchFamily="34" charset="0"/>
                <a:cs typeface="Calibri" panose="020F0502020204030204" pitchFamily="34" charset="0"/>
              </a:rPr>
              <a:t>Processing time for various reporting dashboards in app.</a:t>
            </a:r>
          </a:p>
          <a:p>
            <a:pPr marL="171450" indent="-171450">
              <a:buFont typeface="Arial" panose="020B0604020202020204" pitchFamily="34" charset="0"/>
              <a:buChar char="•"/>
            </a:pPr>
            <a:r>
              <a:rPr lang="en-US" sz="1050" dirty="0">
                <a:latin typeface="Calibri" panose="020F0502020204030204" pitchFamily="34" charset="0"/>
                <a:cs typeface="Calibri" panose="020F0502020204030204" pitchFamily="34" charset="0"/>
              </a:rPr>
              <a:t>Monitor the PCF for error logs, CPU user time, memory utilization, network latency &amp; disk usage.</a:t>
            </a:r>
          </a:p>
        </p:txBody>
      </p:sp>
      <p:sp>
        <p:nvSpPr>
          <p:cNvPr id="23" name="Rectangle 22">
            <a:extLst>
              <a:ext uri="{FF2B5EF4-FFF2-40B4-BE49-F238E27FC236}">
                <a16:creationId xmlns:a16="http://schemas.microsoft.com/office/drawing/2014/main" id="{864B42AE-A874-44E7-89F2-C009D83EF541}"/>
              </a:ext>
            </a:extLst>
          </p:cNvPr>
          <p:cNvSpPr/>
          <p:nvPr/>
        </p:nvSpPr>
        <p:spPr>
          <a:xfrm>
            <a:off x="5539867" y="3723435"/>
            <a:ext cx="3343384" cy="577081"/>
          </a:xfrm>
          <a:prstGeom prst="rect">
            <a:avLst/>
          </a:prstGeom>
        </p:spPr>
        <p:txBody>
          <a:bodyPr wrap="square">
            <a:spAutoFit/>
          </a:bodyPr>
          <a:lstStyle/>
          <a:p>
            <a:pPr marL="171450" indent="-171450">
              <a:buFont typeface="Arial" panose="020B0604020202020204" pitchFamily="34" charset="0"/>
              <a:buChar char="•"/>
            </a:pPr>
            <a:r>
              <a:rPr lang="en-US" sz="1050" dirty="0">
                <a:latin typeface="Calibri" panose="020F0502020204030204" pitchFamily="34" charset="0"/>
                <a:cs typeface="Calibri" panose="020F0502020204030204" pitchFamily="34" charset="0"/>
              </a:rPr>
              <a:t>Identify errors during search query, fetching reports.</a:t>
            </a:r>
          </a:p>
          <a:p>
            <a:pPr marL="171450" indent="-171450">
              <a:buFont typeface="Arial" panose="020B0604020202020204" pitchFamily="34" charset="0"/>
              <a:buChar char="•"/>
            </a:pPr>
            <a:r>
              <a:rPr lang="en-US" sz="1050" dirty="0">
                <a:latin typeface="Calibri" panose="020F0502020204030204" pitchFamily="34" charset="0"/>
                <a:cs typeface="Calibri" panose="020F0502020204030204" pitchFamily="34" charset="0"/>
              </a:rPr>
              <a:t>Response Codes</a:t>
            </a:r>
          </a:p>
          <a:p>
            <a:pPr marL="171450" indent="-171450">
              <a:buFont typeface="Arial" panose="020B0604020202020204" pitchFamily="34" charset="0"/>
              <a:buChar char="•"/>
            </a:pPr>
            <a:r>
              <a:rPr lang="en-US" sz="1050" dirty="0">
                <a:latin typeface="Calibri" panose="020F0502020204030204" pitchFamily="34" charset="0"/>
                <a:cs typeface="Calibri" panose="020F0502020204030204" pitchFamily="34" charset="0"/>
              </a:rPr>
              <a:t>User activity, Behavior analytics of servers</a:t>
            </a:r>
          </a:p>
        </p:txBody>
      </p:sp>
      <p:sp>
        <p:nvSpPr>
          <p:cNvPr id="24" name="Snip Single Corner Rectangle 17">
            <a:extLst>
              <a:ext uri="{FF2B5EF4-FFF2-40B4-BE49-F238E27FC236}">
                <a16:creationId xmlns:a16="http://schemas.microsoft.com/office/drawing/2014/main" id="{3AAE676D-BA8C-430D-8D38-19388B49211A}"/>
              </a:ext>
            </a:extLst>
          </p:cNvPr>
          <p:cNvSpPr/>
          <p:nvPr/>
        </p:nvSpPr>
        <p:spPr>
          <a:xfrm>
            <a:off x="5739335" y="2233489"/>
            <a:ext cx="1855698" cy="209550"/>
          </a:xfrm>
          <a:prstGeom prst="snip1Rect">
            <a:avLst/>
          </a:prstGeom>
          <a:ln/>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800" b="1" dirty="0">
                <a:solidFill>
                  <a:schemeClr val="accent5">
                    <a:lumMod val="75000"/>
                  </a:schemeClr>
                </a:solidFill>
              </a:rPr>
              <a:t>CLM FEP</a:t>
            </a:r>
          </a:p>
        </p:txBody>
      </p:sp>
      <p:sp>
        <p:nvSpPr>
          <p:cNvPr id="25" name="Snip Single Corner Rectangle 17">
            <a:extLst>
              <a:ext uri="{FF2B5EF4-FFF2-40B4-BE49-F238E27FC236}">
                <a16:creationId xmlns:a16="http://schemas.microsoft.com/office/drawing/2014/main" id="{5641A6FD-0E2F-40D4-B577-22139667E8FB}"/>
              </a:ext>
            </a:extLst>
          </p:cNvPr>
          <p:cNvSpPr/>
          <p:nvPr/>
        </p:nvSpPr>
        <p:spPr>
          <a:xfrm>
            <a:off x="5739335" y="3494613"/>
            <a:ext cx="1855698" cy="209550"/>
          </a:xfrm>
          <a:prstGeom prst="snip1Rect">
            <a:avLst/>
          </a:prstGeom>
          <a:ln/>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800" b="1" dirty="0">
                <a:solidFill>
                  <a:schemeClr val="accent5">
                    <a:lumMod val="75000"/>
                  </a:schemeClr>
                </a:solidFill>
              </a:rPr>
              <a:t>CLM RPT </a:t>
            </a:r>
          </a:p>
        </p:txBody>
      </p:sp>
      <p:sp>
        <p:nvSpPr>
          <p:cNvPr id="26" name="Snip Single Corner Rectangle 26">
            <a:extLst>
              <a:ext uri="{FF2B5EF4-FFF2-40B4-BE49-F238E27FC236}">
                <a16:creationId xmlns:a16="http://schemas.microsoft.com/office/drawing/2014/main" id="{6B219228-B3C5-4AB6-A9A5-CE49A5315FF0}"/>
              </a:ext>
            </a:extLst>
          </p:cNvPr>
          <p:cNvSpPr/>
          <p:nvPr/>
        </p:nvSpPr>
        <p:spPr>
          <a:xfrm>
            <a:off x="180973" y="1598723"/>
            <a:ext cx="883485" cy="246608"/>
          </a:xfrm>
          <a:prstGeom prst="snip1Rect">
            <a:avLst/>
          </a:prstGeom>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800" b="1" dirty="0">
                <a:solidFill>
                  <a:schemeClr val="accent3">
                    <a:lumMod val="50000"/>
                  </a:schemeClr>
                </a:solidFill>
              </a:rPr>
              <a:t>CLM MFT</a:t>
            </a:r>
          </a:p>
        </p:txBody>
      </p:sp>
      <p:sp>
        <p:nvSpPr>
          <p:cNvPr id="27" name="Rounded Rectangle 33">
            <a:extLst>
              <a:ext uri="{FF2B5EF4-FFF2-40B4-BE49-F238E27FC236}">
                <a16:creationId xmlns:a16="http://schemas.microsoft.com/office/drawing/2014/main" id="{F600D28F-C4A6-4A53-8868-33F80204A8F2}"/>
              </a:ext>
            </a:extLst>
          </p:cNvPr>
          <p:cNvSpPr/>
          <p:nvPr/>
        </p:nvSpPr>
        <p:spPr>
          <a:xfrm>
            <a:off x="1295399" y="1610384"/>
            <a:ext cx="6248401" cy="246608"/>
          </a:xfrm>
          <a:prstGeom prst="roundRect">
            <a:avLst/>
          </a:prstGeom>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700" b="1" dirty="0">
                <a:solidFill>
                  <a:schemeClr val="bg2"/>
                </a:solidFill>
              </a:rPr>
              <a:t>Upload Various Config Files &amp; check the file flow with benchmark 1 minute SLA</a:t>
            </a:r>
          </a:p>
        </p:txBody>
      </p:sp>
      <p:sp>
        <p:nvSpPr>
          <p:cNvPr id="28" name="Rounded Rectangle 41">
            <a:extLst>
              <a:ext uri="{FF2B5EF4-FFF2-40B4-BE49-F238E27FC236}">
                <a16:creationId xmlns:a16="http://schemas.microsoft.com/office/drawing/2014/main" id="{E7BD51D4-0A3F-452B-B44F-BD9A446C05A5}"/>
              </a:ext>
            </a:extLst>
          </p:cNvPr>
          <p:cNvSpPr/>
          <p:nvPr/>
        </p:nvSpPr>
        <p:spPr>
          <a:xfrm flipH="1">
            <a:off x="7756301" y="1611007"/>
            <a:ext cx="638176" cy="247649"/>
          </a:xfrm>
          <a:prstGeom prst="roundRect">
            <a:avLst/>
          </a:prstGeom>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700" b="1" dirty="0">
                <a:solidFill>
                  <a:schemeClr val="bg2"/>
                </a:solidFill>
              </a:rPr>
              <a:t>1 hour </a:t>
            </a:r>
          </a:p>
        </p:txBody>
      </p:sp>
      <p:sp>
        <p:nvSpPr>
          <p:cNvPr id="29" name="TextBox 28">
            <a:extLst>
              <a:ext uri="{FF2B5EF4-FFF2-40B4-BE49-F238E27FC236}">
                <a16:creationId xmlns:a16="http://schemas.microsoft.com/office/drawing/2014/main" id="{31410EC2-4595-4682-B5E2-68938F7846AA}"/>
              </a:ext>
            </a:extLst>
          </p:cNvPr>
          <p:cNvSpPr txBox="1"/>
          <p:nvPr/>
        </p:nvSpPr>
        <p:spPr>
          <a:xfrm>
            <a:off x="96391" y="4146958"/>
            <a:ext cx="5256619" cy="338554"/>
          </a:xfrm>
          <a:prstGeom prst="rect">
            <a:avLst/>
          </a:prstGeom>
          <a:noFill/>
        </p:spPr>
        <p:txBody>
          <a:bodyPr wrap="square" rtlCol="0">
            <a:spAutoFit/>
          </a:bodyPr>
          <a:lstStyle/>
          <a:p>
            <a:r>
              <a:rPr lang="en-US" sz="1600" b="1" dirty="0">
                <a:solidFill>
                  <a:srgbClr val="FFC000"/>
                </a:solidFill>
                <a:latin typeface="Calibri" panose="020F0502020204030204" pitchFamily="34" charset="0"/>
              </a:rPr>
              <a:t>Metrics for MFT</a:t>
            </a:r>
          </a:p>
        </p:txBody>
      </p:sp>
      <p:sp>
        <p:nvSpPr>
          <p:cNvPr id="30" name="Rectangle 29">
            <a:extLst>
              <a:ext uri="{FF2B5EF4-FFF2-40B4-BE49-F238E27FC236}">
                <a16:creationId xmlns:a16="http://schemas.microsoft.com/office/drawing/2014/main" id="{EF4C895E-EC04-490C-833D-60E46C180743}"/>
              </a:ext>
            </a:extLst>
          </p:cNvPr>
          <p:cNvSpPr/>
          <p:nvPr/>
        </p:nvSpPr>
        <p:spPr>
          <a:xfrm>
            <a:off x="180973" y="4372498"/>
            <a:ext cx="3343384" cy="253916"/>
          </a:xfrm>
          <a:prstGeom prst="rect">
            <a:avLst/>
          </a:prstGeom>
        </p:spPr>
        <p:txBody>
          <a:bodyPr wrap="square">
            <a:spAutoFit/>
          </a:bodyPr>
          <a:lstStyle/>
          <a:p>
            <a:pPr marL="171450" indent="-171450">
              <a:buFont typeface="Arial" panose="020B0604020202020204" pitchFamily="34" charset="0"/>
              <a:buChar char="•"/>
            </a:pPr>
            <a:r>
              <a:rPr lang="en-US" sz="1050" dirty="0">
                <a:latin typeface="Calibri" panose="020F0502020204030204" pitchFamily="34" charset="0"/>
                <a:cs typeface="Calibri" panose="020F0502020204030204" pitchFamily="34" charset="0"/>
              </a:rPr>
              <a:t>Processing time for Config files and check the status.</a:t>
            </a:r>
          </a:p>
        </p:txBody>
      </p:sp>
      <p:sp>
        <p:nvSpPr>
          <p:cNvPr id="31" name="Snip Single Corner Rectangle 17">
            <a:extLst>
              <a:ext uri="{FF2B5EF4-FFF2-40B4-BE49-F238E27FC236}">
                <a16:creationId xmlns:a16="http://schemas.microsoft.com/office/drawing/2014/main" id="{9819EFC8-BE34-4B5D-8F9B-5551EF086CA3}"/>
              </a:ext>
            </a:extLst>
          </p:cNvPr>
          <p:cNvSpPr/>
          <p:nvPr/>
        </p:nvSpPr>
        <p:spPr>
          <a:xfrm>
            <a:off x="5780101" y="4286768"/>
            <a:ext cx="1855698" cy="209550"/>
          </a:xfrm>
          <a:prstGeom prst="snip1Rect">
            <a:avLst/>
          </a:prstGeom>
          <a:ln/>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800" b="1" dirty="0">
                <a:solidFill>
                  <a:schemeClr val="accent5">
                    <a:lumMod val="75000"/>
                  </a:schemeClr>
                </a:solidFill>
              </a:rPr>
              <a:t>CLM MFT</a:t>
            </a:r>
          </a:p>
        </p:txBody>
      </p:sp>
      <p:sp>
        <p:nvSpPr>
          <p:cNvPr id="32" name="Rectangle 31">
            <a:extLst>
              <a:ext uri="{FF2B5EF4-FFF2-40B4-BE49-F238E27FC236}">
                <a16:creationId xmlns:a16="http://schemas.microsoft.com/office/drawing/2014/main" id="{BD8A68D8-A36D-41E5-B7D2-2F10A5C0FD38}"/>
              </a:ext>
            </a:extLst>
          </p:cNvPr>
          <p:cNvSpPr/>
          <p:nvPr/>
        </p:nvSpPr>
        <p:spPr>
          <a:xfrm>
            <a:off x="5552478" y="4497005"/>
            <a:ext cx="3343384" cy="253916"/>
          </a:xfrm>
          <a:prstGeom prst="rect">
            <a:avLst/>
          </a:prstGeom>
        </p:spPr>
        <p:txBody>
          <a:bodyPr wrap="square">
            <a:spAutoFit/>
          </a:bodyPr>
          <a:lstStyle/>
          <a:p>
            <a:pPr marL="171450" indent="-171450">
              <a:buFont typeface="Arial" panose="020B0604020202020204" pitchFamily="34" charset="0"/>
              <a:buChar char="•"/>
            </a:pPr>
            <a:r>
              <a:rPr lang="en-US" sz="1050" dirty="0">
                <a:latin typeface="Calibri" panose="020F0502020204030204" pitchFamily="34" charset="0"/>
                <a:cs typeface="Calibri" panose="020F0502020204030204" pitchFamily="34" charset="0"/>
              </a:rPr>
              <a:t>Benchmarked ART 1min for 81k file upload.</a:t>
            </a:r>
          </a:p>
        </p:txBody>
      </p:sp>
    </p:spTree>
    <p:extLst>
      <p:ext uri="{BB962C8B-B14F-4D97-AF65-F5344CB8AC3E}">
        <p14:creationId xmlns:p14="http://schemas.microsoft.com/office/powerpoint/2010/main" val="27271449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FB8DA0C-6E96-4160-85D7-C03DE71C2F97}"/>
              </a:ext>
            </a:extLst>
          </p:cNvPr>
          <p:cNvPicPr/>
          <p:nvPr/>
        </p:nvPicPr>
        <p:blipFill>
          <a:blip r:embed="rId2"/>
          <a:stretch>
            <a:fillRect/>
          </a:stretch>
        </p:blipFill>
        <p:spPr>
          <a:xfrm>
            <a:off x="1025166" y="791851"/>
            <a:ext cx="6790097" cy="3430105"/>
          </a:xfrm>
          <a:prstGeom prst="rect">
            <a:avLst/>
          </a:prstGeom>
        </p:spPr>
      </p:pic>
      <p:sp>
        <p:nvSpPr>
          <p:cNvPr id="4" name="Title 59">
            <a:extLst>
              <a:ext uri="{FF2B5EF4-FFF2-40B4-BE49-F238E27FC236}">
                <a16:creationId xmlns:a16="http://schemas.microsoft.com/office/drawing/2014/main" id="{9FCFBDB0-95DA-49AB-A443-9631FDAFA162}"/>
              </a:ext>
            </a:extLst>
          </p:cNvPr>
          <p:cNvSpPr txBox="1">
            <a:spLocks/>
          </p:cNvSpPr>
          <p:nvPr/>
        </p:nvSpPr>
        <p:spPr>
          <a:xfrm>
            <a:off x="430186" y="273844"/>
            <a:ext cx="5601532" cy="272342"/>
          </a:xfrm>
        </p:spPr>
        <p:txBody>
          <a:bodyPr>
            <a:normAutofit fontScale="52500" lnSpcReduction="20000"/>
          </a:bodyPr>
          <a:lstStyle>
            <a:lvl1pPr algn="l" rtl="0" eaLnBrk="1" fontAlgn="base" hangingPunct="1">
              <a:lnSpc>
                <a:spcPct val="90000"/>
              </a:lnSpc>
              <a:spcBef>
                <a:spcPct val="0"/>
              </a:spcBef>
              <a:spcAft>
                <a:spcPct val="0"/>
              </a:spcAft>
              <a:defRPr sz="2800" b="0" cap="none" baseline="0">
                <a:solidFill>
                  <a:schemeClr val="bg1"/>
                </a:solidFill>
                <a:latin typeface="+mj-lt"/>
                <a:ea typeface="Museo Sans For Dell" panose="02000000000000000000" pitchFamily="2" charset="0"/>
                <a:cs typeface="+mj-cs"/>
              </a:defRPr>
            </a:lvl1pPr>
            <a:lvl2pPr algn="l" rtl="0" eaLnBrk="1" fontAlgn="base" hangingPunct="1">
              <a:lnSpc>
                <a:spcPct val="80000"/>
              </a:lnSpc>
              <a:spcBef>
                <a:spcPct val="0"/>
              </a:spcBef>
              <a:spcAft>
                <a:spcPct val="0"/>
              </a:spcAft>
              <a:defRPr sz="3200" b="1">
                <a:solidFill>
                  <a:schemeClr val="accent1"/>
                </a:solidFill>
                <a:latin typeface="Arial Black" pitchFamily="34" charset="0"/>
              </a:defRPr>
            </a:lvl2pPr>
            <a:lvl3pPr algn="l" rtl="0" eaLnBrk="1" fontAlgn="base" hangingPunct="1">
              <a:lnSpc>
                <a:spcPct val="80000"/>
              </a:lnSpc>
              <a:spcBef>
                <a:spcPct val="0"/>
              </a:spcBef>
              <a:spcAft>
                <a:spcPct val="0"/>
              </a:spcAft>
              <a:defRPr sz="3200" b="1">
                <a:solidFill>
                  <a:schemeClr val="accent1"/>
                </a:solidFill>
                <a:latin typeface="Arial Black" pitchFamily="34" charset="0"/>
              </a:defRPr>
            </a:lvl3pPr>
            <a:lvl4pPr algn="l" rtl="0" eaLnBrk="1" fontAlgn="base" hangingPunct="1">
              <a:lnSpc>
                <a:spcPct val="80000"/>
              </a:lnSpc>
              <a:spcBef>
                <a:spcPct val="0"/>
              </a:spcBef>
              <a:spcAft>
                <a:spcPct val="0"/>
              </a:spcAft>
              <a:defRPr sz="3200" b="1">
                <a:solidFill>
                  <a:schemeClr val="accent1"/>
                </a:solidFill>
                <a:latin typeface="Arial Black" pitchFamily="34" charset="0"/>
              </a:defRPr>
            </a:lvl4pPr>
            <a:lvl5pPr algn="l" rtl="0" eaLnBrk="1" fontAlgn="base" hangingPunct="1">
              <a:lnSpc>
                <a:spcPct val="80000"/>
              </a:lnSpc>
              <a:spcBef>
                <a:spcPct val="0"/>
              </a:spcBef>
              <a:spcAft>
                <a:spcPct val="0"/>
              </a:spcAft>
              <a:defRPr sz="3200" b="1">
                <a:solidFill>
                  <a:schemeClr val="accent1"/>
                </a:solidFill>
                <a:latin typeface="Arial Black" pitchFamily="34" charset="0"/>
              </a:defRPr>
            </a:lvl5pPr>
            <a:lvl6pPr marL="457200" algn="l" rtl="0" eaLnBrk="1" fontAlgn="base" hangingPunct="1">
              <a:lnSpc>
                <a:spcPct val="70000"/>
              </a:lnSpc>
              <a:spcBef>
                <a:spcPct val="0"/>
              </a:spcBef>
              <a:spcAft>
                <a:spcPct val="0"/>
              </a:spcAft>
              <a:defRPr sz="4400" b="1">
                <a:solidFill>
                  <a:schemeClr val="accent1"/>
                </a:solidFill>
                <a:latin typeface="Arial Black" pitchFamily="34" charset="0"/>
              </a:defRPr>
            </a:lvl6pPr>
            <a:lvl7pPr marL="914400" algn="l" rtl="0" eaLnBrk="1" fontAlgn="base" hangingPunct="1">
              <a:lnSpc>
                <a:spcPct val="70000"/>
              </a:lnSpc>
              <a:spcBef>
                <a:spcPct val="0"/>
              </a:spcBef>
              <a:spcAft>
                <a:spcPct val="0"/>
              </a:spcAft>
              <a:defRPr sz="4400" b="1">
                <a:solidFill>
                  <a:schemeClr val="accent1"/>
                </a:solidFill>
                <a:latin typeface="Arial Black" pitchFamily="34" charset="0"/>
              </a:defRPr>
            </a:lvl7pPr>
            <a:lvl8pPr marL="1371600" algn="l" rtl="0" eaLnBrk="1" fontAlgn="base" hangingPunct="1">
              <a:lnSpc>
                <a:spcPct val="70000"/>
              </a:lnSpc>
              <a:spcBef>
                <a:spcPct val="0"/>
              </a:spcBef>
              <a:spcAft>
                <a:spcPct val="0"/>
              </a:spcAft>
              <a:defRPr sz="4400" b="1">
                <a:solidFill>
                  <a:schemeClr val="accent1"/>
                </a:solidFill>
                <a:latin typeface="Arial Black" pitchFamily="34" charset="0"/>
              </a:defRPr>
            </a:lvl8pPr>
            <a:lvl9pPr marL="1828800" algn="l" rtl="0" eaLnBrk="1" fontAlgn="base" hangingPunct="1">
              <a:lnSpc>
                <a:spcPct val="70000"/>
              </a:lnSpc>
              <a:spcBef>
                <a:spcPct val="0"/>
              </a:spcBef>
              <a:spcAft>
                <a:spcPct val="0"/>
              </a:spcAft>
              <a:defRPr sz="4400" b="1">
                <a:solidFill>
                  <a:schemeClr val="accent1"/>
                </a:solidFill>
                <a:latin typeface="Arial Black" pitchFamily="34" charset="0"/>
              </a:defRPr>
            </a:lvl9pPr>
          </a:lstStyle>
          <a:p>
            <a:r>
              <a:rPr lang="en-US" kern="0" dirty="0"/>
              <a:t>SRSGen4 Architecture</a:t>
            </a:r>
          </a:p>
        </p:txBody>
      </p:sp>
    </p:spTree>
    <p:extLst>
      <p:ext uri="{BB962C8B-B14F-4D97-AF65-F5344CB8AC3E}">
        <p14:creationId xmlns:p14="http://schemas.microsoft.com/office/powerpoint/2010/main" val="19758802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Rectangle 38"/>
          <p:cNvSpPr/>
          <p:nvPr/>
        </p:nvSpPr>
        <p:spPr>
          <a:xfrm>
            <a:off x="264542" y="819789"/>
            <a:ext cx="4171951" cy="1038746"/>
          </a:xfrm>
          <a:prstGeom prst="rect">
            <a:avLst/>
          </a:prstGeom>
        </p:spPr>
        <p:txBody>
          <a:bodyPr wrap="square" lIns="68580" tIns="34290" rIns="68580" bIns="34290">
            <a:spAutoFit/>
          </a:bodyPr>
          <a:lstStyle/>
          <a:p>
            <a:pPr marL="214313" indent="-214313" algn="just">
              <a:buFont typeface="Arial" panose="020B0604020202020204" pitchFamily="34" charset="0"/>
              <a:buChar char="•"/>
            </a:pPr>
            <a:r>
              <a:rPr lang="en-US" sz="900" dirty="0">
                <a:latin typeface="Calibri" panose="020F0502020204030204" pitchFamily="34" charset="0"/>
                <a:cs typeface="Calibri" panose="020F0502020204030204" pitchFamily="34" charset="0"/>
              </a:rPr>
              <a:t>SRSGen4 solution is primarily across </a:t>
            </a:r>
            <a:r>
              <a:rPr lang="en-US" sz="900" dirty="0" err="1">
                <a:latin typeface="Calibri" panose="020F0502020204030204" pitchFamily="34" charset="0"/>
                <a:cs typeface="Calibri" panose="020F0502020204030204" pitchFamily="34" charset="0"/>
              </a:rPr>
              <a:t>ConnectivityHub</a:t>
            </a:r>
            <a:r>
              <a:rPr lang="en-US" sz="900" dirty="0">
                <a:latin typeface="Calibri" panose="020F0502020204030204" pitchFamily="34" charset="0"/>
                <a:cs typeface="Calibri" panose="020F0502020204030204" pitchFamily="34" charset="0"/>
              </a:rPr>
              <a:t> portal replacing Service link and legacy MFT Portal. </a:t>
            </a:r>
          </a:p>
          <a:p>
            <a:pPr marL="214313" indent="-214313" algn="just">
              <a:buFont typeface="Arial" panose="020B0604020202020204" pitchFamily="34" charset="0"/>
              <a:buChar char="•"/>
            </a:pPr>
            <a:r>
              <a:rPr lang="en-US" sz="900" dirty="0">
                <a:latin typeface="Calibri" panose="020F0502020204030204" pitchFamily="34" charset="0"/>
                <a:cs typeface="Calibri" panose="020F0502020204030204" pitchFamily="34" charset="0"/>
              </a:rPr>
              <a:t>Gen4 VE portal that removes </a:t>
            </a:r>
            <a:r>
              <a:rPr lang="en-US" sz="900" dirty="0" err="1">
                <a:latin typeface="Calibri" panose="020F0502020204030204" pitchFamily="34" charset="0"/>
                <a:cs typeface="Calibri" panose="020F0502020204030204" pitchFamily="34" charset="0"/>
              </a:rPr>
              <a:t>Axeda</a:t>
            </a:r>
            <a:r>
              <a:rPr lang="en-US" sz="900" dirty="0">
                <a:latin typeface="Calibri" panose="020F0502020204030204" pitchFamily="34" charset="0"/>
                <a:cs typeface="Calibri" panose="020F0502020204030204" pitchFamily="34" charset="0"/>
              </a:rPr>
              <a:t> agent dependency.</a:t>
            </a:r>
          </a:p>
          <a:p>
            <a:pPr marL="214313" indent="-214313" algn="just">
              <a:buFont typeface="Arial" panose="020B0604020202020204" pitchFamily="34" charset="0"/>
              <a:buChar char="•"/>
            </a:pPr>
            <a:r>
              <a:rPr lang="en-US" sz="900" dirty="0">
                <a:latin typeface="Calibri" panose="020F0502020204030204" pitchFamily="34" charset="0"/>
                <a:cs typeface="Calibri" panose="020F0502020204030204" pitchFamily="34" charset="0"/>
              </a:rPr>
              <a:t>Gen4 Dell remote access helps to establish remote session capability to customer boxes via Connectivity HUB portal which is user driven.</a:t>
            </a:r>
          </a:p>
          <a:p>
            <a:pPr marL="214313" indent="-214313" algn="just">
              <a:buFont typeface="Arial" panose="020B0604020202020204" pitchFamily="34" charset="0"/>
              <a:buChar char="•"/>
            </a:pPr>
            <a:r>
              <a:rPr lang="en-US" sz="900" dirty="0">
                <a:latin typeface="Calibri" panose="020F0502020204030204" pitchFamily="34" charset="0"/>
                <a:cs typeface="Calibri" panose="020F0502020204030204" pitchFamily="34" charset="0"/>
              </a:rPr>
              <a:t>Policy Manger – Permissions like Allow/Ask/Deny are set for operations performed on devices such MFT PUT, MFT GET, Remote Scripts, Remote Session.</a:t>
            </a:r>
            <a:endParaRPr lang="en-US" sz="1000" dirty="0">
              <a:latin typeface="Calibri" panose="020F0502020204030204" pitchFamily="34" charset="0"/>
              <a:cs typeface="Calibri" panose="020F0502020204030204" pitchFamily="34" charset="0"/>
            </a:endParaRPr>
          </a:p>
        </p:txBody>
      </p:sp>
      <p:cxnSp>
        <p:nvCxnSpPr>
          <p:cNvPr id="43" name="Straight Connector 42"/>
          <p:cNvCxnSpPr/>
          <p:nvPr/>
        </p:nvCxnSpPr>
        <p:spPr>
          <a:xfrm>
            <a:off x="4591050" y="590549"/>
            <a:ext cx="0" cy="4407923"/>
          </a:xfrm>
          <a:prstGeom prst="line">
            <a:avLst/>
          </a:prstGeom>
        </p:spPr>
        <p:style>
          <a:lnRef idx="2">
            <a:schemeClr val="accent5"/>
          </a:lnRef>
          <a:fillRef idx="0">
            <a:schemeClr val="accent5"/>
          </a:fillRef>
          <a:effectRef idx="1">
            <a:schemeClr val="accent5"/>
          </a:effectRef>
          <a:fontRef idx="minor">
            <a:schemeClr val="tx1"/>
          </a:fontRef>
        </p:style>
      </p:cxnSp>
      <p:sp>
        <p:nvSpPr>
          <p:cNvPr id="46" name="Rectangle 45"/>
          <p:cNvSpPr/>
          <p:nvPr/>
        </p:nvSpPr>
        <p:spPr>
          <a:xfrm>
            <a:off x="-157664" y="3317305"/>
            <a:ext cx="4671435" cy="223138"/>
          </a:xfrm>
          <a:prstGeom prst="rect">
            <a:avLst/>
          </a:prstGeom>
        </p:spPr>
        <p:txBody>
          <a:bodyPr wrap="square" lIns="68580" tIns="34290" rIns="68580" bIns="34290" numCol="1">
            <a:spAutoFit/>
          </a:bodyPr>
          <a:lstStyle/>
          <a:p>
            <a:pPr marL="628650" lvl="1" indent="-171450">
              <a:buFont typeface="Arial" panose="020B0604020202020204" pitchFamily="34" charset="0"/>
              <a:buChar char="•"/>
            </a:pPr>
            <a:r>
              <a:rPr lang="en-US" sz="1000" i="1" dirty="0">
                <a:solidFill>
                  <a:schemeClr val="bg2"/>
                </a:solidFill>
                <a:latin typeface="Calibri" panose="020F0502020204030204" pitchFamily="34" charset="0"/>
              </a:rPr>
              <a:t>Gen4 Performance Testing included the following functionalities:</a:t>
            </a:r>
          </a:p>
        </p:txBody>
      </p:sp>
      <p:sp>
        <p:nvSpPr>
          <p:cNvPr id="10" name="Title 7"/>
          <p:cNvSpPr>
            <a:spLocks noGrp="1"/>
          </p:cNvSpPr>
          <p:nvPr>
            <p:ph type="title"/>
          </p:nvPr>
        </p:nvSpPr>
        <p:spPr>
          <a:xfrm>
            <a:off x="274319" y="103346"/>
            <a:ext cx="7955280" cy="337959"/>
          </a:xfrm>
        </p:spPr>
        <p:txBody>
          <a:bodyPr/>
          <a:lstStyle/>
          <a:p>
            <a:r>
              <a:rPr lang="en-US" sz="2500" dirty="0"/>
              <a:t>SRSGen4 - Performance Testing Overview</a:t>
            </a:r>
          </a:p>
        </p:txBody>
      </p:sp>
      <p:sp>
        <p:nvSpPr>
          <p:cNvPr id="12" name="Snip Single Corner Rectangle 11"/>
          <p:cNvSpPr/>
          <p:nvPr/>
        </p:nvSpPr>
        <p:spPr>
          <a:xfrm>
            <a:off x="322773" y="3123775"/>
            <a:ext cx="1259458" cy="209550"/>
          </a:xfrm>
          <a:prstGeom prst="snip1Rect">
            <a:avLst/>
          </a:prstGeom>
          <a:ln/>
        </p:spPr>
        <p:style>
          <a:lnRef idx="1">
            <a:schemeClr val="accent5"/>
          </a:lnRef>
          <a:fillRef idx="3">
            <a:schemeClr val="accent5"/>
          </a:fillRef>
          <a:effectRef idx="2">
            <a:schemeClr val="accent5"/>
          </a:effectRef>
          <a:fontRef idx="minor">
            <a:schemeClr val="lt1"/>
          </a:fontRef>
        </p:style>
        <p:txBody>
          <a:bodyPr rtlCol="0" anchor="ctr"/>
          <a:lstStyle/>
          <a:p>
            <a:pPr algn="ctr"/>
            <a:r>
              <a:rPr lang="en-US" sz="900" b="1" dirty="0">
                <a:solidFill>
                  <a:schemeClr val="accent1">
                    <a:lumMod val="20000"/>
                    <a:lumOff val="80000"/>
                  </a:schemeClr>
                </a:solidFill>
              </a:rPr>
              <a:t>Scope</a:t>
            </a:r>
          </a:p>
        </p:txBody>
      </p:sp>
      <p:cxnSp>
        <p:nvCxnSpPr>
          <p:cNvPr id="13" name="Straight Connector 12"/>
          <p:cNvCxnSpPr>
            <a:cxnSpLocks/>
          </p:cNvCxnSpPr>
          <p:nvPr/>
        </p:nvCxnSpPr>
        <p:spPr>
          <a:xfrm>
            <a:off x="1582231" y="3317305"/>
            <a:ext cx="2854262" cy="0"/>
          </a:xfrm>
          <a:prstGeom prst="line">
            <a:avLst/>
          </a:prstGeom>
          <a:ln/>
        </p:spPr>
        <p:style>
          <a:lnRef idx="1">
            <a:schemeClr val="accent1"/>
          </a:lnRef>
          <a:fillRef idx="0">
            <a:schemeClr val="accent1"/>
          </a:fillRef>
          <a:effectRef idx="0">
            <a:schemeClr val="accent1"/>
          </a:effectRef>
          <a:fontRef idx="minor">
            <a:schemeClr val="tx1"/>
          </a:fontRef>
        </p:style>
      </p:cxnSp>
      <p:sp>
        <p:nvSpPr>
          <p:cNvPr id="14" name="Snip Single Corner Rectangle 13"/>
          <p:cNvSpPr/>
          <p:nvPr/>
        </p:nvSpPr>
        <p:spPr>
          <a:xfrm>
            <a:off x="4695827" y="616490"/>
            <a:ext cx="1634087" cy="209539"/>
          </a:xfrm>
          <a:prstGeom prst="snip1Rect">
            <a:avLst/>
          </a:prstGeom>
          <a:ln/>
        </p:spPr>
        <p:style>
          <a:lnRef idx="1">
            <a:schemeClr val="accent5"/>
          </a:lnRef>
          <a:fillRef idx="3">
            <a:schemeClr val="accent5"/>
          </a:fillRef>
          <a:effectRef idx="2">
            <a:schemeClr val="accent5"/>
          </a:effectRef>
          <a:fontRef idx="minor">
            <a:schemeClr val="lt1"/>
          </a:fontRef>
        </p:style>
        <p:txBody>
          <a:bodyPr rtlCol="0" anchor="ctr"/>
          <a:lstStyle/>
          <a:p>
            <a:pPr algn="ctr"/>
            <a:r>
              <a:rPr lang="en-US" sz="900" b="1" dirty="0">
                <a:solidFill>
                  <a:schemeClr val="accent1">
                    <a:lumMod val="20000"/>
                    <a:lumOff val="80000"/>
                  </a:schemeClr>
                </a:solidFill>
              </a:rPr>
              <a:t>Performance Requirement</a:t>
            </a:r>
            <a:endParaRPr lang="en-US" sz="800" b="1" dirty="0">
              <a:solidFill>
                <a:schemeClr val="accent1">
                  <a:lumMod val="20000"/>
                  <a:lumOff val="80000"/>
                </a:schemeClr>
              </a:solidFill>
            </a:endParaRPr>
          </a:p>
        </p:txBody>
      </p:sp>
      <p:cxnSp>
        <p:nvCxnSpPr>
          <p:cNvPr id="15" name="Straight Connector 14"/>
          <p:cNvCxnSpPr/>
          <p:nvPr/>
        </p:nvCxnSpPr>
        <p:spPr>
          <a:xfrm>
            <a:off x="6134100" y="819789"/>
            <a:ext cx="2733678" cy="0"/>
          </a:xfrm>
          <a:prstGeom prst="line">
            <a:avLst/>
          </a:prstGeom>
          <a:ln/>
        </p:spPr>
        <p:style>
          <a:lnRef idx="1">
            <a:schemeClr val="accent1"/>
          </a:lnRef>
          <a:fillRef idx="0">
            <a:schemeClr val="accent1"/>
          </a:fillRef>
          <a:effectRef idx="0">
            <a:schemeClr val="accent1"/>
          </a:effectRef>
          <a:fontRef idx="minor">
            <a:schemeClr val="tx1"/>
          </a:fontRef>
        </p:style>
      </p:cxnSp>
      <p:sp>
        <p:nvSpPr>
          <p:cNvPr id="16" name="Snip Single Corner Rectangle 15"/>
          <p:cNvSpPr/>
          <p:nvPr/>
        </p:nvSpPr>
        <p:spPr>
          <a:xfrm>
            <a:off x="284672" y="616490"/>
            <a:ext cx="1259458" cy="209550"/>
          </a:xfrm>
          <a:prstGeom prst="snip1Rect">
            <a:avLst/>
          </a:prstGeom>
          <a:ln/>
        </p:spPr>
        <p:style>
          <a:lnRef idx="1">
            <a:schemeClr val="accent5"/>
          </a:lnRef>
          <a:fillRef idx="3">
            <a:schemeClr val="accent5"/>
          </a:fillRef>
          <a:effectRef idx="2">
            <a:schemeClr val="accent5"/>
          </a:effectRef>
          <a:fontRef idx="minor">
            <a:schemeClr val="lt1"/>
          </a:fontRef>
        </p:style>
        <p:txBody>
          <a:bodyPr rtlCol="0" anchor="ctr"/>
          <a:lstStyle/>
          <a:p>
            <a:pPr algn="ctr"/>
            <a:r>
              <a:rPr lang="en-US" sz="900" b="1" dirty="0">
                <a:solidFill>
                  <a:schemeClr val="accent1">
                    <a:lumMod val="20000"/>
                    <a:lumOff val="80000"/>
                  </a:schemeClr>
                </a:solidFill>
              </a:rPr>
              <a:t>SRSGen4</a:t>
            </a:r>
          </a:p>
        </p:txBody>
      </p:sp>
      <p:cxnSp>
        <p:nvCxnSpPr>
          <p:cNvPr id="17" name="Straight Connector 16"/>
          <p:cNvCxnSpPr/>
          <p:nvPr/>
        </p:nvCxnSpPr>
        <p:spPr>
          <a:xfrm>
            <a:off x="1483742" y="826040"/>
            <a:ext cx="2952751" cy="0"/>
          </a:xfrm>
          <a:prstGeom prst="line">
            <a:avLst/>
          </a:prstGeom>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CF50FAC5-FEDF-4B9F-85E8-010C6648CA98}"/>
              </a:ext>
            </a:extLst>
          </p:cNvPr>
          <p:cNvSpPr/>
          <p:nvPr/>
        </p:nvSpPr>
        <p:spPr>
          <a:xfrm>
            <a:off x="4747912" y="826040"/>
            <a:ext cx="4131546" cy="1423467"/>
          </a:xfrm>
          <a:prstGeom prst="rect">
            <a:avLst/>
          </a:prstGeom>
        </p:spPr>
        <p:txBody>
          <a:bodyPr wrap="square" lIns="68580" tIns="34290" rIns="68580" bIns="34290">
            <a:spAutoFit/>
          </a:bodyPr>
          <a:lstStyle/>
          <a:p>
            <a:pPr marL="171450" indent="-171450">
              <a:buFont typeface="Arial" panose="020B0604020202020204" pitchFamily="34" charset="0"/>
              <a:buChar char="•"/>
            </a:pPr>
            <a:r>
              <a:rPr lang="en-US" sz="800" dirty="0">
                <a:latin typeface="Calibri" panose="020F0502020204030204" pitchFamily="34" charset="0"/>
                <a:cs typeface="Calibri" panose="020F0502020204030204" pitchFamily="34" charset="0"/>
              </a:rPr>
              <a:t>4K concurrent users will be Logging in, perform 2 searches, then establish a remote session – stay active in the below trend and logout.</a:t>
            </a:r>
          </a:p>
          <a:p>
            <a:pPr marL="171450" indent="-171450" fontAlgn="ctr">
              <a:buFont typeface="Arial" panose="020B0604020202020204" pitchFamily="34" charset="0"/>
              <a:buChar char="•"/>
            </a:pPr>
            <a:r>
              <a:rPr lang="en-US" sz="800" dirty="0">
                <a:latin typeface="Calibri" panose="020F0502020204030204" pitchFamily="34" charset="0"/>
                <a:cs typeface="Calibri" panose="020F0502020204030204" pitchFamily="34" charset="0"/>
              </a:rPr>
              <a:t>4K remote active remote session at any point in time.</a:t>
            </a:r>
          </a:p>
          <a:p>
            <a:pPr fontAlgn="ctr"/>
            <a:r>
              <a:rPr lang="en-US" sz="800" dirty="0">
                <a:latin typeface="Calibri" panose="020F0502020204030204" pitchFamily="34" charset="0"/>
                <a:cs typeface="Calibri" panose="020F0502020204030204" pitchFamily="34" charset="0"/>
              </a:rPr>
              <a:t>        60% of users – 60% of 4K = 2400 users – 5 mins remote session</a:t>
            </a:r>
          </a:p>
          <a:p>
            <a:pPr fontAlgn="ctr"/>
            <a:r>
              <a:rPr lang="en-US" sz="800" dirty="0">
                <a:latin typeface="Calibri" panose="020F0502020204030204" pitchFamily="34" charset="0"/>
                <a:cs typeface="Calibri" panose="020F0502020204030204" pitchFamily="34" charset="0"/>
              </a:rPr>
              <a:t>        30% of users – 30% of 4K = 1200 users – 10 mins remote session</a:t>
            </a:r>
          </a:p>
          <a:p>
            <a:pPr fontAlgn="ctr"/>
            <a:r>
              <a:rPr lang="en-US" sz="800" dirty="0">
                <a:latin typeface="Calibri" panose="020F0502020204030204" pitchFamily="34" charset="0"/>
                <a:cs typeface="Calibri" panose="020F0502020204030204" pitchFamily="34" charset="0"/>
              </a:rPr>
              <a:t>        10% of users – 10% of 4K = 400 users – 15 mins remote session</a:t>
            </a:r>
          </a:p>
          <a:p>
            <a:pPr marL="171450" indent="-171450" fontAlgn="ctr">
              <a:buFont typeface="Arial" panose="020B0604020202020204" pitchFamily="34" charset="0"/>
              <a:buChar char="•"/>
            </a:pPr>
            <a:r>
              <a:rPr lang="en-US" sz="800" i="1" dirty="0">
                <a:solidFill>
                  <a:schemeClr val="bg2"/>
                </a:solidFill>
                <a:latin typeface="Calibri" panose="020F0502020204030204" pitchFamily="34" charset="0"/>
                <a:cs typeface="Calibri" panose="020F0502020204030204" pitchFamily="34" charset="0"/>
              </a:rPr>
              <a:t>Volumes to be considered for Device Management services-</a:t>
            </a:r>
          </a:p>
          <a:p>
            <a:pPr fontAlgn="ctr"/>
            <a:r>
              <a:rPr lang="en-US" sz="800" i="1" dirty="0">
                <a:solidFill>
                  <a:schemeClr val="bg2"/>
                </a:solidFill>
                <a:latin typeface="Calibri" panose="020F0502020204030204" pitchFamily="34" charset="0"/>
                <a:cs typeface="Calibri" panose="020F0502020204030204" pitchFamily="34" charset="0"/>
              </a:rPr>
              <a:t>         Add device – 1K requests per hour</a:t>
            </a:r>
          </a:p>
          <a:p>
            <a:pPr fontAlgn="ctr"/>
            <a:r>
              <a:rPr lang="en-US" sz="800" i="1" dirty="0">
                <a:solidFill>
                  <a:schemeClr val="bg2"/>
                </a:solidFill>
                <a:latin typeface="Calibri" panose="020F0502020204030204" pitchFamily="34" charset="0"/>
                <a:cs typeface="Calibri" panose="020F0502020204030204" pitchFamily="34" charset="0"/>
              </a:rPr>
              <a:t>         Get device -  50K requests per hour</a:t>
            </a:r>
          </a:p>
          <a:p>
            <a:pPr fontAlgn="ctr"/>
            <a:r>
              <a:rPr lang="en-US" sz="800" i="1" dirty="0">
                <a:solidFill>
                  <a:schemeClr val="bg2"/>
                </a:solidFill>
                <a:latin typeface="Calibri" panose="020F0502020204030204" pitchFamily="34" charset="0"/>
                <a:cs typeface="Calibri" panose="020F0502020204030204" pitchFamily="34" charset="0"/>
              </a:rPr>
              <a:t>         Update device – 10K requests per hour</a:t>
            </a:r>
          </a:p>
          <a:p>
            <a:pPr fontAlgn="ctr"/>
            <a:r>
              <a:rPr lang="en-US" sz="800" i="1" dirty="0">
                <a:solidFill>
                  <a:schemeClr val="bg2"/>
                </a:solidFill>
                <a:latin typeface="Calibri" panose="020F0502020204030204" pitchFamily="34" charset="0"/>
                <a:cs typeface="Calibri" panose="020F0502020204030204" pitchFamily="34" charset="0"/>
              </a:rPr>
              <a:t>         Remove device – 1K requests per hour</a:t>
            </a:r>
            <a:endParaRPr lang="en-US" sz="800" b="1" i="1" dirty="0">
              <a:solidFill>
                <a:schemeClr val="bg2"/>
              </a:solidFill>
              <a:latin typeface="Calibri" panose="020F0502020204030204" pitchFamily="34" charset="0"/>
              <a:cs typeface="Calibri" panose="020F0502020204030204" pitchFamily="34" charset="0"/>
            </a:endParaRPr>
          </a:p>
        </p:txBody>
      </p:sp>
      <p:sp>
        <p:nvSpPr>
          <p:cNvPr id="4" name="Rectangle 3">
            <a:extLst>
              <a:ext uri="{FF2B5EF4-FFF2-40B4-BE49-F238E27FC236}">
                <a16:creationId xmlns:a16="http://schemas.microsoft.com/office/drawing/2014/main" id="{237349BC-5EB3-47C0-AF71-A2CEC1ADD10B}"/>
              </a:ext>
            </a:extLst>
          </p:cNvPr>
          <p:cNvSpPr/>
          <p:nvPr/>
        </p:nvSpPr>
        <p:spPr>
          <a:xfrm>
            <a:off x="438995" y="3462329"/>
            <a:ext cx="3690767" cy="1446550"/>
          </a:xfrm>
          <a:prstGeom prst="rect">
            <a:avLst/>
          </a:prstGeom>
        </p:spPr>
        <p:txBody>
          <a:bodyPr wrap="square">
            <a:spAutoFit/>
          </a:bodyPr>
          <a:lstStyle/>
          <a:p>
            <a:r>
              <a:rPr lang="en-US" sz="800" u="sng" dirty="0">
                <a:solidFill>
                  <a:schemeClr val="bg2"/>
                </a:solidFill>
                <a:latin typeface="Calibri" panose="020F0502020204030204" pitchFamily="34" charset="0"/>
                <a:cs typeface="Calibri" panose="020F0502020204030204" pitchFamily="34" charset="0"/>
              </a:rPr>
              <a:t>Connectivity HUB functionalities </a:t>
            </a:r>
            <a:r>
              <a:rPr lang="en-US" sz="800" u="sng" dirty="0">
                <a:latin typeface="Calibri" panose="020F0502020204030204" pitchFamily="34" charset="0"/>
                <a:cs typeface="Calibri" panose="020F0502020204030204" pitchFamily="34" charset="0"/>
              </a:rPr>
              <a:t>:</a:t>
            </a:r>
          </a:p>
          <a:p>
            <a:r>
              <a:rPr lang="en-US" sz="800" dirty="0">
                <a:solidFill>
                  <a:schemeClr val="bg2"/>
                </a:solidFill>
                <a:latin typeface="Calibri" panose="020F0502020204030204" pitchFamily="34" charset="0"/>
                <a:cs typeface="Calibri" panose="020F0502020204030204" pitchFamily="34" charset="0"/>
              </a:rPr>
              <a:t>Login</a:t>
            </a:r>
          </a:p>
          <a:p>
            <a:r>
              <a:rPr lang="en-US" sz="800" dirty="0">
                <a:solidFill>
                  <a:schemeClr val="bg2"/>
                </a:solidFill>
                <a:latin typeface="Calibri" panose="020F0502020204030204" pitchFamily="34" charset="0"/>
                <a:cs typeface="Calibri" panose="020F0502020204030204" pitchFamily="34" charset="0"/>
              </a:rPr>
              <a:t>Search Capabilities - Search by </a:t>
            </a:r>
            <a:r>
              <a:rPr lang="en-US" sz="800" dirty="0" err="1">
                <a:solidFill>
                  <a:schemeClr val="bg2"/>
                </a:solidFill>
                <a:latin typeface="Calibri" panose="020F0502020204030204" pitchFamily="34" charset="0"/>
                <a:cs typeface="Calibri" panose="020F0502020204030204" pitchFamily="34" charset="0"/>
              </a:rPr>
              <a:t>SerialNumber</a:t>
            </a:r>
            <a:r>
              <a:rPr lang="en-US" sz="800" dirty="0">
                <a:solidFill>
                  <a:schemeClr val="bg2"/>
                </a:solidFill>
                <a:latin typeface="Calibri" panose="020F0502020204030204" pitchFamily="34" charset="0"/>
                <a:cs typeface="Calibri" panose="020F0502020204030204" pitchFamily="34" charset="0"/>
              </a:rPr>
              <a:t>/</a:t>
            </a:r>
            <a:r>
              <a:rPr lang="en-US" sz="800" dirty="0" err="1">
                <a:solidFill>
                  <a:schemeClr val="bg2"/>
                </a:solidFill>
                <a:latin typeface="Calibri" panose="020F0502020204030204" pitchFamily="34" charset="0"/>
                <a:cs typeface="Calibri" panose="020F0502020204030204" pitchFamily="34" charset="0"/>
              </a:rPr>
              <a:t>SiteID</a:t>
            </a:r>
            <a:r>
              <a:rPr lang="en-US" sz="800" dirty="0">
                <a:solidFill>
                  <a:schemeClr val="bg2"/>
                </a:solidFill>
                <a:latin typeface="Calibri" panose="020F0502020204030204" pitchFamily="34" charset="0"/>
                <a:cs typeface="Calibri" panose="020F0502020204030204" pitchFamily="34" charset="0"/>
              </a:rPr>
              <a:t>/Organization</a:t>
            </a:r>
          </a:p>
          <a:p>
            <a:r>
              <a:rPr lang="en-US" sz="800" dirty="0">
                <a:solidFill>
                  <a:schemeClr val="bg2"/>
                </a:solidFill>
                <a:latin typeface="Calibri" panose="020F0502020204030204" pitchFamily="34" charset="0"/>
                <a:cs typeface="Calibri" panose="020F0502020204030204" pitchFamily="34" charset="0"/>
              </a:rPr>
              <a:t>Remote Sessions</a:t>
            </a:r>
          </a:p>
          <a:p>
            <a:r>
              <a:rPr lang="en-US" sz="800" dirty="0">
                <a:solidFill>
                  <a:schemeClr val="bg2"/>
                </a:solidFill>
                <a:latin typeface="Calibri" panose="020F0502020204030204" pitchFamily="34" charset="0"/>
                <a:cs typeface="Calibri" panose="020F0502020204030204" pitchFamily="34" charset="0"/>
              </a:rPr>
              <a:t>File Transfer – </a:t>
            </a:r>
            <a:r>
              <a:rPr lang="en-US" sz="800" dirty="0" err="1">
                <a:solidFill>
                  <a:schemeClr val="bg2"/>
                </a:solidFill>
                <a:latin typeface="Calibri" panose="020F0502020204030204" pitchFamily="34" charset="0"/>
                <a:cs typeface="Calibri" panose="020F0502020204030204" pitchFamily="34" charset="0"/>
              </a:rPr>
              <a:t>Ondemand</a:t>
            </a:r>
            <a:r>
              <a:rPr lang="en-US" sz="800" dirty="0">
                <a:solidFill>
                  <a:schemeClr val="bg2"/>
                </a:solidFill>
                <a:latin typeface="Calibri" panose="020F0502020204030204" pitchFamily="34" charset="0"/>
                <a:cs typeface="Calibri" panose="020F0502020204030204" pitchFamily="34" charset="0"/>
              </a:rPr>
              <a:t>/</a:t>
            </a:r>
            <a:r>
              <a:rPr lang="en-US" sz="800" dirty="0" err="1">
                <a:solidFill>
                  <a:schemeClr val="bg2"/>
                </a:solidFill>
                <a:latin typeface="Calibri" panose="020F0502020204030204" pitchFamily="34" charset="0"/>
                <a:cs typeface="Calibri" panose="020F0502020204030204" pitchFamily="34" charset="0"/>
              </a:rPr>
              <a:t>ConnectHome</a:t>
            </a:r>
            <a:r>
              <a:rPr lang="en-US" sz="800" dirty="0">
                <a:solidFill>
                  <a:schemeClr val="bg2"/>
                </a:solidFill>
                <a:latin typeface="Calibri" panose="020F0502020204030204" pitchFamily="34" charset="0"/>
                <a:cs typeface="Calibri" panose="020F0502020204030204" pitchFamily="34" charset="0"/>
              </a:rPr>
              <a:t> Files</a:t>
            </a:r>
          </a:p>
          <a:p>
            <a:r>
              <a:rPr lang="en-US" sz="800" u="sng" dirty="0">
                <a:solidFill>
                  <a:schemeClr val="bg2"/>
                </a:solidFill>
                <a:latin typeface="Calibri" panose="020F0502020204030204" pitchFamily="34" charset="0"/>
                <a:cs typeface="Calibri" panose="020F0502020204030204" pitchFamily="34" charset="0"/>
              </a:rPr>
              <a:t>Device Management Backend:</a:t>
            </a:r>
            <a:endParaRPr lang="en-US" sz="800" dirty="0">
              <a:solidFill>
                <a:schemeClr val="bg2"/>
              </a:solidFill>
              <a:latin typeface="Calibri" panose="020F0502020204030204" pitchFamily="34" charset="0"/>
              <a:cs typeface="Calibri" panose="020F0502020204030204" pitchFamily="34" charset="0"/>
            </a:endParaRPr>
          </a:p>
          <a:p>
            <a:r>
              <a:rPr lang="en-US" sz="800" dirty="0">
                <a:solidFill>
                  <a:schemeClr val="bg2"/>
                </a:solidFill>
                <a:latin typeface="Calibri" panose="020F0502020204030204" pitchFamily="34" charset="0"/>
                <a:cs typeface="Calibri" panose="020F0502020204030204" pitchFamily="34" charset="0"/>
              </a:rPr>
              <a:t>Add/Get/modify/remove a device for a VE</a:t>
            </a:r>
            <a:endParaRPr lang="en-US" sz="800" u="sng" dirty="0">
              <a:solidFill>
                <a:schemeClr val="bg2"/>
              </a:solidFill>
              <a:latin typeface="Calibri" panose="020F0502020204030204" pitchFamily="34" charset="0"/>
              <a:cs typeface="Calibri" panose="020F0502020204030204" pitchFamily="34" charset="0"/>
            </a:endParaRPr>
          </a:p>
          <a:p>
            <a:r>
              <a:rPr lang="en-US" sz="800" u="sng" dirty="0">
                <a:solidFill>
                  <a:schemeClr val="bg2"/>
                </a:solidFill>
                <a:latin typeface="Calibri" panose="020F0502020204030204" pitchFamily="34" charset="0"/>
                <a:cs typeface="Calibri" panose="020F0502020204030204" pitchFamily="34" charset="0"/>
              </a:rPr>
              <a:t>VE-related Functionalities:</a:t>
            </a:r>
          </a:p>
          <a:p>
            <a:r>
              <a:rPr lang="en-US" sz="800" dirty="0">
                <a:solidFill>
                  <a:schemeClr val="bg2"/>
                </a:solidFill>
                <a:latin typeface="Calibri" panose="020F0502020204030204" pitchFamily="34" charset="0"/>
                <a:cs typeface="Calibri" panose="020F0502020204030204" pitchFamily="34" charset="0"/>
              </a:rPr>
              <a:t>MFT PUT</a:t>
            </a:r>
          </a:p>
          <a:p>
            <a:r>
              <a:rPr lang="en-US" sz="800" dirty="0">
                <a:solidFill>
                  <a:schemeClr val="bg2"/>
                </a:solidFill>
                <a:latin typeface="Calibri" panose="020F0502020204030204" pitchFamily="34" charset="0"/>
                <a:cs typeface="Calibri" panose="020F0502020204030204" pitchFamily="34" charset="0"/>
              </a:rPr>
              <a:t>MFT GET</a:t>
            </a:r>
          </a:p>
          <a:p>
            <a:r>
              <a:rPr lang="en-US" sz="800" dirty="0">
                <a:solidFill>
                  <a:schemeClr val="bg2"/>
                </a:solidFill>
                <a:latin typeface="Calibri" panose="020F0502020204030204" pitchFamily="34" charset="0"/>
                <a:cs typeface="Calibri" panose="020F0502020204030204" pitchFamily="34" charset="0"/>
              </a:rPr>
              <a:t>Keep-Alive</a:t>
            </a:r>
            <a:endParaRPr lang="en-US" sz="800" u="sng" dirty="0">
              <a:latin typeface="Calibri" panose="020F0502020204030204" pitchFamily="34" charset="0"/>
              <a:cs typeface="Calibri" panose="020F0502020204030204" pitchFamily="34" charset="0"/>
            </a:endParaRPr>
          </a:p>
        </p:txBody>
      </p:sp>
      <p:sp>
        <p:nvSpPr>
          <p:cNvPr id="26" name="Snip Single Corner Rectangle 15">
            <a:extLst>
              <a:ext uri="{FF2B5EF4-FFF2-40B4-BE49-F238E27FC236}">
                <a16:creationId xmlns:a16="http://schemas.microsoft.com/office/drawing/2014/main" id="{17F85E41-346A-4970-B20E-4B87F7F545BA}"/>
              </a:ext>
            </a:extLst>
          </p:cNvPr>
          <p:cNvSpPr/>
          <p:nvPr/>
        </p:nvSpPr>
        <p:spPr>
          <a:xfrm>
            <a:off x="305585" y="1853502"/>
            <a:ext cx="1259458" cy="209550"/>
          </a:xfrm>
          <a:prstGeom prst="snip1Rect">
            <a:avLst/>
          </a:prstGeom>
          <a:ln/>
        </p:spPr>
        <p:style>
          <a:lnRef idx="1">
            <a:schemeClr val="accent5"/>
          </a:lnRef>
          <a:fillRef idx="3">
            <a:schemeClr val="accent5"/>
          </a:fillRef>
          <a:effectRef idx="2">
            <a:schemeClr val="accent5"/>
          </a:effectRef>
          <a:fontRef idx="minor">
            <a:schemeClr val="lt1"/>
          </a:fontRef>
        </p:style>
        <p:txBody>
          <a:bodyPr rtlCol="0" anchor="ctr"/>
          <a:lstStyle/>
          <a:p>
            <a:pPr algn="ctr"/>
            <a:r>
              <a:rPr lang="en-US" sz="900" b="1" dirty="0">
                <a:solidFill>
                  <a:schemeClr val="accent1">
                    <a:lumMod val="20000"/>
                    <a:lumOff val="80000"/>
                  </a:schemeClr>
                </a:solidFill>
              </a:rPr>
              <a:t>Objective</a:t>
            </a:r>
          </a:p>
        </p:txBody>
      </p:sp>
      <p:cxnSp>
        <p:nvCxnSpPr>
          <p:cNvPr id="27" name="Straight Connector 26">
            <a:extLst>
              <a:ext uri="{FF2B5EF4-FFF2-40B4-BE49-F238E27FC236}">
                <a16:creationId xmlns:a16="http://schemas.microsoft.com/office/drawing/2014/main" id="{3C7A20A2-C3C6-4F78-91C2-283DB3D75D23}"/>
              </a:ext>
            </a:extLst>
          </p:cNvPr>
          <p:cNvCxnSpPr>
            <a:cxnSpLocks/>
          </p:cNvCxnSpPr>
          <p:nvPr/>
        </p:nvCxnSpPr>
        <p:spPr>
          <a:xfrm>
            <a:off x="1593225" y="2063052"/>
            <a:ext cx="2854559" cy="0"/>
          </a:xfrm>
          <a:prstGeom prst="line">
            <a:avLst/>
          </a:prstGeom>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FD1C7AE7-E028-4F12-8616-10E65120A0BB}"/>
              </a:ext>
            </a:extLst>
          </p:cNvPr>
          <p:cNvSpPr txBox="1"/>
          <p:nvPr/>
        </p:nvSpPr>
        <p:spPr>
          <a:xfrm>
            <a:off x="222088" y="2080292"/>
            <a:ext cx="4275550" cy="1061829"/>
          </a:xfrm>
          <a:prstGeom prst="rect">
            <a:avLst/>
          </a:prstGeom>
          <a:noFill/>
        </p:spPr>
        <p:txBody>
          <a:bodyPr wrap="square" rtlCol="0">
            <a:spAutoFit/>
          </a:bodyPr>
          <a:lstStyle/>
          <a:p>
            <a:pPr marL="214313" indent="-214313" algn="just">
              <a:buFont typeface="Arial" panose="020B0604020202020204" pitchFamily="34" charset="0"/>
              <a:buChar char="•"/>
            </a:pPr>
            <a:r>
              <a:rPr lang="en-US" sz="900" dirty="0">
                <a:latin typeface="Calibri" panose="020F0502020204030204" pitchFamily="34" charset="0"/>
                <a:cs typeface="Calibri" panose="020F0502020204030204" pitchFamily="34" charset="0"/>
              </a:rPr>
              <a:t>The key objective of Performance Testing of Gen4 Testing is to check the performance of Connectivity Hub web interface by allowing concurrent load of 4000 Service Engineers to login and search for devices &amp; establish a remote session on the devices.</a:t>
            </a:r>
          </a:p>
          <a:p>
            <a:pPr marL="214313" indent="-214313" algn="just">
              <a:buFont typeface="Arial" panose="020B0604020202020204" pitchFamily="34" charset="0"/>
              <a:buChar char="•"/>
            </a:pPr>
            <a:r>
              <a:rPr lang="en-US" sz="900" dirty="0">
                <a:latin typeface="Calibri" panose="020F0502020204030204" pitchFamily="34" charset="0"/>
                <a:cs typeface="Calibri" panose="020F0502020204030204" pitchFamily="34" charset="0"/>
              </a:rPr>
              <a:t>To check response times of Connectivity Hub portal &amp; VE Functionalities and benchmark the results for future releases.</a:t>
            </a:r>
          </a:p>
          <a:p>
            <a:pPr marL="214313" indent="-214313" algn="just">
              <a:buFont typeface="Arial" panose="020B0604020202020204" pitchFamily="34" charset="0"/>
              <a:buChar char="•"/>
            </a:pPr>
            <a:r>
              <a:rPr lang="en-US" sz="900" dirty="0">
                <a:latin typeface="Calibri" panose="020F0502020204030204" pitchFamily="34" charset="0"/>
                <a:cs typeface="Calibri" panose="020F0502020204030204" pitchFamily="34" charset="0"/>
              </a:rPr>
              <a:t>To validate the performance of Connectivity Hub and VE during the Load tests.</a:t>
            </a:r>
            <a:endParaRPr lang="en-US" sz="900" dirty="0">
              <a:solidFill>
                <a:schemeClr val="bg2"/>
              </a:solidFill>
              <a:latin typeface="+mn-lt"/>
            </a:endParaRPr>
          </a:p>
        </p:txBody>
      </p:sp>
      <p:sp>
        <p:nvSpPr>
          <p:cNvPr id="7" name="TextBox 6">
            <a:extLst>
              <a:ext uri="{FF2B5EF4-FFF2-40B4-BE49-F238E27FC236}">
                <a16:creationId xmlns:a16="http://schemas.microsoft.com/office/drawing/2014/main" id="{A911A550-E5BF-4D6C-9900-9BA73AE46776}"/>
              </a:ext>
            </a:extLst>
          </p:cNvPr>
          <p:cNvSpPr txBox="1"/>
          <p:nvPr/>
        </p:nvSpPr>
        <p:spPr>
          <a:xfrm>
            <a:off x="4798828" y="2571750"/>
            <a:ext cx="4080630" cy="2246769"/>
          </a:xfrm>
          <a:prstGeom prst="rect">
            <a:avLst/>
          </a:prstGeom>
          <a:noFill/>
        </p:spPr>
        <p:txBody>
          <a:bodyPr wrap="square" rtlCol="0">
            <a:spAutoFit/>
          </a:bodyPr>
          <a:lstStyle/>
          <a:p>
            <a:pPr marL="171450" indent="-171450">
              <a:buSzPct val="50000"/>
              <a:buFont typeface="Wingdings" panose="05000000000000000000" pitchFamily="2" charset="2"/>
              <a:buChar char="§"/>
            </a:pPr>
            <a:r>
              <a:rPr lang="en-US" sz="1000" i="1" dirty="0">
                <a:solidFill>
                  <a:schemeClr val="bg2"/>
                </a:solidFill>
                <a:latin typeface="Calibri" panose="020F0502020204030204" pitchFamily="34" charset="0"/>
                <a:cs typeface="Calibri" panose="020F0502020204030204" pitchFamily="34" charset="0"/>
              </a:rPr>
              <a:t>The 4K users load was simulated on Connectivity Hub portal with device management services running in parallel. </a:t>
            </a:r>
          </a:p>
          <a:p>
            <a:pPr marL="171450" indent="-171450">
              <a:buSzPct val="50000"/>
              <a:buFont typeface="Wingdings" panose="05000000000000000000" pitchFamily="2" charset="2"/>
              <a:buChar char="§"/>
            </a:pPr>
            <a:r>
              <a:rPr lang="en-US" sz="1000" i="1" dirty="0">
                <a:solidFill>
                  <a:schemeClr val="bg2"/>
                </a:solidFill>
                <a:latin typeface="Calibri" panose="020F0502020204030204" pitchFamily="34" charset="0"/>
                <a:cs typeface="Calibri" panose="020F0502020204030204" pitchFamily="34" charset="0"/>
              </a:rPr>
              <a:t>Load to be simulated from different geographical locations.</a:t>
            </a:r>
          </a:p>
          <a:p>
            <a:pPr marL="171450" indent="-171450">
              <a:buSzPct val="50000"/>
              <a:buFont typeface="Wingdings" panose="05000000000000000000" pitchFamily="2" charset="2"/>
              <a:buChar char="§"/>
            </a:pPr>
            <a:r>
              <a:rPr lang="en-US" sz="1000" i="1" dirty="0">
                <a:solidFill>
                  <a:schemeClr val="bg2"/>
                </a:solidFill>
                <a:latin typeface="Calibri" panose="020F0502020204030204" pitchFamily="34" charset="0"/>
                <a:cs typeface="Calibri" panose="020F0502020204030204" pitchFamily="34" charset="0"/>
              </a:rPr>
              <a:t>Systems/Interfaces monitored during the load test – Connectivity Hub, Mongo DB, Oracle DB and VE DB.</a:t>
            </a:r>
          </a:p>
          <a:p>
            <a:pPr marL="171450" indent="-171450">
              <a:buSzPct val="50000"/>
              <a:buFont typeface="Wingdings" panose="05000000000000000000" pitchFamily="2" charset="2"/>
              <a:buChar char="§"/>
            </a:pPr>
            <a:r>
              <a:rPr lang="en-US" sz="1000" i="1" dirty="0">
                <a:solidFill>
                  <a:schemeClr val="bg2"/>
                </a:solidFill>
                <a:latin typeface="Calibri" panose="020F0502020204030204" pitchFamily="34" charset="0"/>
                <a:cs typeface="Calibri" panose="020F0502020204030204" pitchFamily="34" charset="0"/>
              </a:rPr>
              <a:t>Load was simulated from USA Durham Load generators.</a:t>
            </a:r>
          </a:p>
          <a:p>
            <a:pPr>
              <a:buSzPct val="50000"/>
            </a:pPr>
            <a:endParaRPr lang="en-US" sz="1000" dirty="0">
              <a:solidFill>
                <a:schemeClr val="bg2"/>
              </a:solidFill>
              <a:latin typeface="Calibri" panose="020F0502020204030204" pitchFamily="34" charset="0"/>
            </a:endParaRPr>
          </a:p>
          <a:p>
            <a:pPr>
              <a:buSzPct val="50000"/>
            </a:pPr>
            <a:endParaRPr lang="en-US" sz="1000" dirty="0">
              <a:solidFill>
                <a:schemeClr val="bg2"/>
              </a:solidFill>
              <a:latin typeface="Calibri" panose="020F0502020204030204" pitchFamily="34" charset="0"/>
            </a:endParaRPr>
          </a:p>
          <a:p>
            <a:pPr marL="171450" indent="-171450">
              <a:buSzPct val="50000"/>
              <a:buFont typeface="Wingdings" panose="05000000000000000000" pitchFamily="2" charset="2"/>
              <a:buChar char="v"/>
            </a:pPr>
            <a:r>
              <a:rPr lang="en-US" sz="1000" dirty="0">
                <a:solidFill>
                  <a:schemeClr val="bg2"/>
                </a:solidFill>
                <a:latin typeface="Calibri" panose="020F0502020204030204" pitchFamily="34" charset="0"/>
              </a:rPr>
              <a:t>Transactions Average response times, 90th Percentile</a:t>
            </a:r>
          </a:p>
          <a:p>
            <a:pPr marL="171450" indent="-171450">
              <a:buSzPct val="50000"/>
              <a:buFont typeface="Wingdings" panose="05000000000000000000" pitchFamily="2" charset="2"/>
              <a:buChar char="v"/>
            </a:pPr>
            <a:r>
              <a:rPr lang="en-US" sz="1000" dirty="0">
                <a:solidFill>
                  <a:schemeClr val="bg2"/>
                </a:solidFill>
                <a:latin typeface="Calibri" panose="020F0502020204030204" pitchFamily="34" charset="0"/>
              </a:rPr>
              <a:t>Connectivity Hub, Remote Sessions, DTP, Device management PCF services – New-relic monitoring tool</a:t>
            </a:r>
          </a:p>
          <a:p>
            <a:pPr marL="171450" indent="-171450">
              <a:buSzPct val="50000"/>
              <a:buFont typeface="Wingdings" panose="05000000000000000000" pitchFamily="2" charset="2"/>
              <a:buChar char="v"/>
            </a:pPr>
            <a:r>
              <a:rPr lang="en-US" sz="1000" dirty="0">
                <a:solidFill>
                  <a:schemeClr val="bg2"/>
                </a:solidFill>
                <a:latin typeface="Calibri" panose="020F0502020204030204" pitchFamily="34" charset="0"/>
              </a:rPr>
              <a:t>Oracle DB – AWR report</a:t>
            </a:r>
          </a:p>
          <a:p>
            <a:pPr marL="171450" indent="-171450">
              <a:buSzPct val="50000"/>
              <a:buFont typeface="Wingdings" panose="05000000000000000000" pitchFamily="2" charset="2"/>
              <a:buChar char="v"/>
            </a:pPr>
            <a:r>
              <a:rPr lang="en-US" sz="1000" dirty="0">
                <a:solidFill>
                  <a:schemeClr val="bg2"/>
                </a:solidFill>
                <a:latin typeface="Calibri" panose="020F0502020204030204" pitchFamily="34" charset="0"/>
              </a:rPr>
              <a:t>Mongo DB – </a:t>
            </a:r>
            <a:r>
              <a:rPr lang="en-US" sz="1000" dirty="0" err="1">
                <a:solidFill>
                  <a:schemeClr val="bg2"/>
                </a:solidFill>
                <a:latin typeface="Calibri" panose="020F0502020204030204" pitchFamily="34" charset="0"/>
              </a:rPr>
              <a:t>Percona</a:t>
            </a:r>
            <a:r>
              <a:rPr lang="en-US" sz="1000" dirty="0">
                <a:solidFill>
                  <a:schemeClr val="bg2"/>
                </a:solidFill>
                <a:latin typeface="Calibri" panose="020F0502020204030204" pitchFamily="34" charset="0"/>
              </a:rPr>
              <a:t> Monitoring tool</a:t>
            </a:r>
          </a:p>
          <a:p>
            <a:pPr marL="171450" indent="-171450">
              <a:buSzPct val="50000"/>
              <a:buFont typeface="Wingdings" panose="05000000000000000000" pitchFamily="2" charset="2"/>
              <a:buChar char="v"/>
            </a:pPr>
            <a:r>
              <a:rPr lang="en-US" sz="1000" dirty="0">
                <a:solidFill>
                  <a:schemeClr val="bg2"/>
                </a:solidFill>
                <a:latin typeface="Calibri" panose="020F0502020204030204" pitchFamily="34" charset="0"/>
              </a:rPr>
              <a:t>VE DB – Shell script to monitor CPU and memory usage.</a:t>
            </a:r>
            <a:endParaRPr lang="en-US" sz="1000" dirty="0">
              <a:solidFill>
                <a:schemeClr val="bg2"/>
              </a:solidFill>
              <a:latin typeface="+mn-lt"/>
            </a:endParaRPr>
          </a:p>
        </p:txBody>
      </p:sp>
      <p:sp>
        <p:nvSpPr>
          <p:cNvPr id="28" name="Snip Single Corner Rectangle 13">
            <a:extLst>
              <a:ext uri="{FF2B5EF4-FFF2-40B4-BE49-F238E27FC236}">
                <a16:creationId xmlns:a16="http://schemas.microsoft.com/office/drawing/2014/main" id="{6E1FF338-BC52-4769-8682-1C5BE54B30AC}"/>
              </a:ext>
            </a:extLst>
          </p:cNvPr>
          <p:cNvSpPr/>
          <p:nvPr/>
        </p:nvSpPr>
        <p:spPr>
          <a:xfrm>
            <a:off x="4695827" y="2295355"/>
            <a:ext cx="1438273" cy="209550"/>
          </a:xfrm>
          <a:prstGeom prst="snip1Rect">
            <a:avLst/>
          </a:prstGeom>
          <a:ln/>
        </p:spPr>
        <p:style>
          <a:lnRef idx="1">
            <a:schemeClr val="accent5"/>
          </a:lnRef>
          <a:fillRef idx="3">
            <a:schemeClr val="accent5"/>
          </a:fillRef>
          <a:effectRef idx="2">
            <a:schemeClr val="accent5"/>
          </a:effectRef>
          <a:fontRef idx="minor">
            <a:schemeClr val="lt1"/>
          </a:fontRef>
        </p:style>
        <p:txBody>
          <a:bodyPr rtlCol="0" anchor="ctr"/>
          <a:lstStyle/>
          <a:p>
            <a:pPr algn="ctr"/>
            <a:r>
              <a:rPr lang="en-US" sz="900" b="1" dirty="0">
                <a:solidFill>
                  <a:schemeClr val="accent1">
                    <a:lumMod val="20000"/>
                    <a:lumOff val="80000"/>
                  </a:schemeClr>
                </a:solidFill>
              </a:rPr>
              <a:t>Approach / Strategy</a:t>
            </a:r>
            <a:endParaRPr lang="en-US" sz="800" b="1" dirty="0">
              <a:solidFill>
                <a:schemeClr val="accent1">
                  <a:lumMod val="20000"/>
                  <a:lumOff val="80000"/>
                </a:schemeClr>
              </a:solidFill>
            </a:endParaRPr>
          </a:p>
        </p:txBody>
      </p:sp>
      <p:cxnSp>
        <p:nvCxnSpPr>
          <p:cNvPr id="29" name="Straight Connector 28">
            <a:extLst>
              <a:ext uri="{FF2B5EF4-FFF2-40B4-BE49-F238E27FC236}">
                <a16:creationId xmlns:a16="http://schemas.microsoft.com/office/drawing/2014/main" id="{C7308EE0-7EF9-4213-AFE4-AD023A44D3AF}"/>
              </a:ext>
            </a:extLst>
          </p:cNvPr>
          <p:cNvCxnSpPr>
            <a:cxnSpLocks/>
          </p:cNvCxnSpPr>
          <p:nvPr/>
        </p:nvCxnSpPr>
        <p:spPr>
          <a:xfrm>
            <a:off x="6134100" y="2504905"/>
            <a:ext cx="2745358" cy="0"/>
          </a:xfrm>
          <a:prstGeom prst="line">
            <a:avLst/>
          </a:prstGeom>
          <a:ln/>
        </p:spPr>
        <p:style>
          <a:lnRef idx="1">
            <a:schemeClr val="accent1"/>
          </a:lnRef>
          <a:fillRef idx="0">
            <a:schemeClr val="accent1"/>
          </a:fillRef>
          <a:effectRef idx="0">
            <a:schemeClr val="accent1"/>
          </a:effectRef>
          <a:fontRef idx="minor">
            <a:schemeClr val="tx1"/>
          </a:fontRef>
        </p:style>
      </p:cxnSp>
      <p:sp>
        <p:nvSpPr>
          <p:cNvPr id="31" name="Snip Single Corner Rectangle 13">
            <a:extLst>
              <a:ext uri="{FF2B5EF4-FFF2-40B4-BE49-F238E27FC236}">
                <a16:creationId xmlns:a16="http://schemas.microsoft.com/office/drawing/2014/main" id="{C30AFF31-F352-471A-A115-2815A2932DBB}"/>
              </a:ext>
            </a:extLst>
          </p:cNvPr>
          <p:cNvSpPr/>
          <p:nvPr/>
        </p:nvSpPr>
        <p:spPr>
          <a:xfrm>
            <a:off x="4695827" y="3614058"/>
            <a:ext cx="1438273" cy="209550"/>
          </a:xfrm>
          <a:prstGeom prst="snip1Rect">
            <a:avLst/>
          </a:prstGeom>
          <a:ln/>
        </p:spPr>
        <p:style>
          <a:lnRef idx="1">
            <a:schemeClr val="accent5"/>
          </a:lnRef>
          <a:fillRef idx="3">
            <a:schemeClr val="accent5"/>
          </a:fillRef>
          <a:effectRef idx="2">
            <a:schemeClr val="accent5"/>
          </a:effectRef>
          <a:fontRef idx="minor">
            <a:schemeClr val="lt1"/>
          </a:fontRef>
        </p:style>
        <p:txBody>
          <a:bodyPr rtlCol="0" anchor="ctr"/>
          <a:lstStyle/>
          <a:p>
            <a:pPr algn="ctr"/>
            <a:r>
              <a:rPr lang="en-US" sz="900" b="1" dirty="0">
                <a:solidFill>
                  <a:schemeClr val="accent1">
                    <a:lumMod val="20000"/>
                    <a:lumOff val="80000"/>
                  </a:schemeClr>
                </a:solidFill>
              </a:rPr>
              <a:t>Metrics</a:t>
            </a:r>
            <a:endParaRPr lang="en-US" sz="800" b="1" dirty="0">
              <a:solidFill>
                <a:schemeClr val="accent1">
                  <a:lumMod val="20000"/>
                  <a:lumOff val="80000"/>
                </a:schemeClr>
              </a:solidFill>
            </a:endParaRPr>
          </a:p>
        </p:txBody>
      </p:sp>
      <p:cxnSp>
        <p:nvCxnSpPr>
          <p:cNvPr id="32" name="Straight Connector 31">
            <a:extLst>
              <a:ext uri="{FF2B5EF4-FFF2-40B4-BE49-F238E27FC236}">
                <a16:creationId xmlns:a16="http://schemas.microsoft.com/office/drawing/2014/main" id="{AC49A225-C720-4894-A259-415ADAF383BA}"/>
              </a:ext>
            </a:extLst>
          </p:cNvPr>
          <p:cNvCxnSpPr>
            <a:cxnSpLocks/>
          </p:cNvCxnSpPr>
          <p:nvPr/>
        </p:nvCxnSpPr>
        <p:spPr>
          <a:xfrm>
            <a:off x="6134100" y="3815685"/>
            <a:ext cx="2745358" cy="0"/>
          </a:xfrm>
          <a:prstGeom prst="line">
            <a:avLst/>
          </a:prstGeom>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654799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430487923"/>
      </p:ext>
    </p:extLst>
  </p:cSld>
  <p:clrMapOvr>
    <a:masterClrMapping/>
  </p:clrMapOvr>
  <p:transition spd="med">
    <p:wipe dir="r"/>
  </p:transition>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Lst>
</file>

<file path=ppt/theme/theme1.xml><?xml version="1.0" encoding="utf-8"?>
<a:theme xmlns:a="http://schemas.openxmlformats.org/drawingml/2006/main" name="DELL EMC">
  <a:themeElements>
    <a:clrScheme name="Custom 2">
      <a:dk1>
        <a:srgbClr val="000000"/>
      </a:dk1>
      <a:lt1>
        <a:srgbClr val="444444"/>
      </a:lt1>
      <a:dk2>
        <a:srgbClr val="007DB8"/>
      </a:dk2>
      <a:lt2>
        <a:srgbClr val="FFFFFF"/>
      </a:lt2>
      <a:accent1>
        <a:srgbClr val="007DB8"/>
      </a:accent1>
      <a:accent2>
        <a:srgbClr val="7AB800"/>
      </a:accent2>
      <a:accent3>
        <a:srgbClr val="F2AF00"/>
      </a:accent3>
      <a:accent4>
        <a:srgbClr val="DC5034"/>
      </a:accent4>
      <a:accent5>
        <a:srgbClr val="5482AB"/>
      </a:accent5>
      <a:accent6>
        <a:srgbClr val="6E2585"/>
      </a:accent6>
      <a:hlink>
        <a:srgbClr val="009BBB"/>
      </a:hlink>
      <a:folHlink>
        <a:srgbClr val="6E2585"/>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effectLst/>
      </a:spPr>
      <a:bodyPr wrap="square" lIns="182880" tIns="137160" rIns="137160" bIns="137160" rtlCol="0" anchor="ctr">
        <a:noAutofit/>
      </a:bodyPr>
      <a:lstStyle>
        <a:defPPr algn="ctr">
          <a:lnSpc>
            <a:spcPct val="90000"/>
          </a:lnSpc>
          <a:spcBef>
            <a:spcPts val="600"/>
          </a:spcBef>
          <a:spcAft>
            <a:spcPts val="0"/>
          </a:spcAft>
          <a:defRPr sz="2000" dirty="0" err="1" smtClean="0">
            <a:solidFill>
              <a:schemeClr val="tx2"/>
            </a:solidFill>
            <a:latin typeface="+mn-lt"/>
          </a:defRPr>
        </a:defPPr>
      </a:lstStyle>
    </a:spDef>
    <a:txDef>
      <a:spPr>
        <a:noFill/>
      </a:spPr>
      <a:bodyPr wrap="square" rtlCol="0">
        <a:spAutoFit/>
      </a:bodyPr>
      <a:lstStyle>
        <a:defPPr>
          <a:lnSpc>
            <a:spcPct val="90000"/>
          </a:lnSpc>
          <a:spcBef>
            <a:spcPts val="600"/>
          </a:spcBef>
          <a:spcAft>
            <a:spcPts val="0"/>
          </a:spcAft>
          <a:buClr>
            <a:schemeClr val="bg1"/>
          </a:buClr>
          <a:defRPr sz="1400" dirty="0" smtClean="0">
            <a:solidFill>
              <a:schemeClr val="bg2"/>
            </a:solidFill>
            <a:latin typeface="+mn-lt"/>
          </a:defRPr>
        </a:defPPr>
      </a:lstStyle>
    </a:txDef>
  </a:objectDefaults>
  <a:extraClrSchemeLst>
    <a:extraClrScheme>
      <a:clrScheme name="Dell new">
        <a:dk1>
          <a:srgbClr val="000000"/>
        </a:dk1>
        <a:lt1>
          <a:srgbClr val="444444"/>
        </a:lt1>
        <a:dk2>
          <a:srgbClr val="0085C3"/>
        </a:dk2>
        <a:lt2>
          <a:srgbClr val="FFFFFF"/>
        </a:lt2>
        <a:accent1>
          <a:srgbClr val="0085C3"/>
        </a:accent1>
        <a:accent2>
          <a:srgbClr val="7AB800"/>
        </a:accent2>
        <a:accent3>
          <a:srgbClr val="F2AF00"/>
        </a:accent3>
        <a:accent4>
          <a:srgbClr val="DC5034"/>
        </a:accent4>
        <a:accent5>
          <a:srgbClr val="5482AB"/>
        </a:accent5>
        <a:accent6>
          <a:srgbClr val="6E2585"/>
        </a:accent6>
        <a:hlink>
          <a:srgbClr val="009BBB"/>
        </a:hlink>
        <a:folHlink>
          <a:srgbClr val="6E2585"/>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DellEMC_PPT_Template_16x9" id="{B8B5C6D0-E3FF-4310-9DCF-1B14F86F2E69}" vid="{627FB30F-31F4-4FBE-8A3A-F7BC81DAC0BD}"/>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AEEBEE83C66E54EA9BED83B0A9A60DB" ma:contentTypeVersion="1" ma:contentTypeDescription="Create a new document." ma:contentTypeScope="" ma:versionID="51a43b2161297f783d65b37e357c79e9">
  <xsd:schema xmlns:xsd="http://www.w3.org/2001/XMLSchema" xmlns:p="http://schemas.microsoft.com/office/2006/metadata/properties" targetNamespace="http://schemas.microsoft.com/office/2006/metadata/properties" ma:root="true" ma:fieldsID="b9cfef283e0bc2d986a66f9ec0cdc424">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office/internal/2005/internalDocumentation"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ma:readOnly="tru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lastPrinted" minOccurs="0" maxOccurs="1" type="xsd:dateTime"/>
        <xsd:element name="contentStatus" minOccurs="0" maxOccurs="1" type="xsd:string"/>
      </xsd:all>
    </xsd:complexType>
  </xsd:schema>
</ct:contentTypeSchema>
</file>

<file path=customXml/item2.xml><?xml version="1.0" encoding="utf-8"?>
<p:properties xmlns:p="http://schemas.microsoft.com/office/2006/metadata/properties" xmlns:xsi="http://www.w3.org/2001/XMLSchema-instanc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3332CB6-AB82-4DD3-8C89-C660A1C3944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office/internal/2005/internalDocumentation"/>
  </ds:schemaRefs>
</ds:datastoreItem>
</file>

<file path=customXml/itemProps2.xml><?xml version="1.0" encoding="utf-8"?>
<ds:datastoreItem xmlns:ds="http://schemas.openxmlformats.org/officeDocument/2006/customXml" ds:itemID="{0873BDD3-AA35-4F19-A12A-C6462BECFBD1}">
  <ds:schemaRefs>
    <ds:schemaRef ds:uri="http://www.w3.org/XML/1998/namespace"/>
    <ds:schemaRef ds:uri="http://purl.org/dc/elements/1.1/"/>
    <ds:schemaRef ds:uri="http://schemas.microsoft.com/office/2006/documentManagement/types"/>
    <ds:schemaRef ds:uri="http://purl.org/dc/terms/"/>
    <ds:schemaRef ds:uri="http://purl.org/dc/dcmitype/"/>
    <ds:schemaRef ds:uri="http://schemas.microsoft.com/office/2006/metadata/properties"/>
    <ds:schemaRef ds:uri="http://schemas.openxmlformats.org/package/2006/metadata/core-properties"/>
  </ds:schemaRefs>
</ds:datastoreItem>
</file>

<file path=customXml/itemProps3.xml><?xml version="1.0" encoding="utf-8"?>
<ds:datastoreItem xmlns:ds="http://schemas.openxmlformats.org/officeDocument/2006/customXml" ds:itemID="{86FC490B-1F77-48C5-AC70-1DD939DBDF0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DELL EMC.potx</Template>
  <TotalTime>14988</TotalTime>
  <Words>1161</Words>
  <Application>Microsoft Office PowerPoint</Application>
  <PresentationFormat>On-screen Show (16:9)</PresentationFormat>
  <Paragraphs>166</Paragraphs>
  <Slides>8</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8</vt:i4>
      </vt:variant>
    </vt:vector>
  </HeadingPairs>
  <TitlesOfParts>
    <vt:vector size="17" baseType="lpstr">
      <vt:lpstr>Arial</vt:lpstr>
      <vt:lpstr>Arial Black</vt:lpstr>
      <vt:lpstr>Calibri</vt:lpstr>
      <vt:lpstr>Courier New</vt:lpstr>
      <vt:lpstr>Museo For Dell 300</vt:lpstr>
      <vt:lpstr>museo sans for dell</vt:lpstr>
      <vt:lpstr>museo sans for dell</vt:lpstr>
      <vt:lpstr>Wingdings</vt:lpstr>
      <vt:lpstr>DELL EMC</vt:lpstr>
      <vt:lpstr>Connectivity</vt:lpstr>
      <vt:lpstr>Table of Content</vt:lpstr>
      <vt:lpstr>CLM Architecture</vt:lpstr>
      <vt:lpstr>CLM - Performance Testing Overview</vt:lpstr>
      <vt:lpstr>CLM - Executive Summary</vt:lpstr>
      <vt:lpstr>PowerPoint Presentation</vt:lpstr>
      <vt:lpstr>SRSGen4 - Performance Testing Overview</vt:lpstr>
      <vt:lpstr>PowerPoint Presentation</vt:lpstr>
    </vt:vector>
  </TitlesOfParts>
  <Company>EMC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PLEASE READ – INSTRUCTIONS FOR ADDING PAGE NUMBERS “X of Y” IN POWERPOINT 2013  For internal presentations only. You do not need to add this for external/customer/partner presentations.  If you are working in PowerPoint 2013, you must manually add the total number of pages to your deck. Total number of pages = Y</dc:title>
  <dc:creator>Chandrasekaran, Sriram</dc:creator>
  <cp:keywords>Internal Use</cp:keywords>
  <cp:lastModifiedBy>Chandrasekhar, Savitha - Dell Team</cp:lastModifiedBy>
  <cp:revision>346</cp:revision>
  <cp:lastPrinted>2014-02-14T16:26:12Z</cp:lastPrinted>
  <dcterms:created xsi:type="dcterms:W3CDTF">2016-09-12T03:47:05Z</dcterms:created>
  <dcterms:modified xsi:type="dcterms:W3CDTF">2020-06-18T07:59:45Z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0x010100EAEEBEE83C66E54EA9BED83B0A9A60DB</vt:lpwstr>
  </property>
  <property fmtid="{D5CDD505-2E9C-101B-9397-08002B2CF9AE}" pid="3" name="TitusGUID">
    <vt:lpwstr>6b83fb70-f992-42a3-bd65-798715d6638b</vt:lpwstr>
  </property>
  <property fmtid="{D5CDD505-2E9C-101B-9397-08002B2CF9AE}" pid="4" name="DellClassification">
    <vt:lpwstr>Internal Use</vt:lpwstr>
  </property>
  <property fmtid="{D5CDD505-2E9C-101B-9397-08002B2CF9AE}" pid="5" name="DellSubLabels">
    <vt:lpwstr/>
  </property>
  <property fmtid="{D5CDD505-2E9C-101B-9397-08002B2CF9AE}" pid="6" name="DellVisual Markings (PPT)">
    <vt:lpwstr>Classification Footer</vt:lpwstr>
  </property>
  <property fmtid="{D5CDD505-2E9C-101B-9397-08002B2CF9AE}" pid="7" name="titusconfig">
    <vt:lpwstr>1.3BrandsTest</vt:lpwstr>
  </property>
  <property fmtid="{D5CDD505-2E9C-101B-9397-08002B2CF9AE}" pid="8" name="MSIP_Label_7de70ee2-0cb4-4d60-aee5-75ef2c4c8a90_Enabled">
    <vt:lpwstr>True</vt:lpwstr>
  </property>
  <property fmtid="{D5CDD505-2E9C-101B-9397-08002B2CF9AE}" pid="9" name="MSIP_Label_7de70ee2-0cb4-4d60-aee5-75ef2c4c8a90_SiteId">
    <vt:lpwstr>945c199a-83a2-4e80-9f8c-5a91be5752dd</vt:lpwstr>
  </property>
  <property fmtid="{D5CDD505-2E9C-101B-9397-08002B2CF9AE}" pid="10" name="MSIP_Label_7de70ee2-0cb4-4d60-aee5-75ef2c4c8a90_Owner">
    <vt:lpwstr>Debarchan_Banerjee@Dellteam.com</vt:lpwstr>
  </property>
  <property fmtid="{D5CDD505-2E9C-101B-9397-08002B2CF9AE}" pid="11" name="MSIP_Label_7de70ee2-0cb4-4d60-aee5-75ef2c4c8a90_SetDate">
    <vt:lpwstr>2020-02-05T11:17:42.0926304Z</vt:lpwstr>
  </property>
  <property fmtid="{D5CDD505-2E9C-101B-9397-08002B2CF9AE}" pid="12" name="MSIP_Label_7de70ee2-0cb4-4d60-aee5-75ef2c4c8a90_Name">
    <vt:lpwstr>Internal Use</vt:lpwstr>
  </property>
  <property fmtid="{D5CDD505-2E9C-101B-9397-08002B2CF9AE}" pid="13" name="MSIP_Label_7de70ee2-0cb4-4d60-aee5-75ef2c4c8a90_Application">
    <vt:lpwstr>Microsoft Azure Information Protection</vt:lpwstr>
  </property>
  <property fmtid="{D5CDD505-2E9C-101B-9397-08002B2CF9AE}" pid="14" name="MSIP_Label_7de70ee2-0cb4-4d60-aee5-75ef2c4c8a90_Extended_MSFT_Method">
    <vt:lpwstr>Manual</vt:lpwstr>
  </property>
  <property fmtid="{D5CDD505-2E9C-101B-9397-08002B2CF9AE}" pid="15" name="MSIP_Label_da6fab74-d5af-4af7-a9a4-78d84655a626_Enabled">
    <vt:lpwstr>True</vt:lpwstr>
  </property>
  <property fmtid="{D5CDD505-2E9C-101B-9397-08002B2CF9AE}" pid="16" name="MSIP_Label_da6fab74-d5af-4af7-a9a4-78d84655a626_SiteId">
    <vt:lpwstr>945c199a-83a2-4e80-9f8c-5a91be5752dd</vt:lpwstr>
  </property>
  <property fmtid="{D5CDD505-2E9C-101B-9397-08002B2CF9AE}" pid="17" name="MSIP_Label_da6fab74-d5af-4af7-a9a4-78d84655a626_Owner">
    <vt:lpwstr>Debarchan_Banerjee@Dellteam.com</vt:lpwstr>
  </property>
  <property fmtid="{D5CDD505-2E9C-101B-9397-08002B2CF9AE}" pid="18" name="MSIP_Label_da6fab74-d5af-4af7-a9a4-78d84655a626_SetDate">
    <vt:lpwstr>2020-02-05T11:17:42.0926304Z</vt:lpwstr>
  </property>
  <property fmtid="{D5CDD505-2E9C-101B-9397-08002B2CF9AE}" pid="19" name="MSIP_Label_da6fab74-d5af-4af7-a9a4-78d84655a626_Name">
    <vt:lpwstr>Visual Marking</vt:lpwstr>
  </property>
  <property fmtid="{D5CDD505-2E9C-101B-9397-08002B2CF9AE}" pid="20" name="MSIP_Label_da6fab74-d5af-4af7-a9a4-78d84655a626_Application">
    <vt:lpwstr>Microsoft Azure Information Protection</vt:lpwstr>
  </property>
  <property fmtid="{D5CDD505-2E9C-101B-9397-08002B2CF9AE}" pid="21" name="MSIP_Label_da6fab74-d5af-4af7-a9a4-78d84655a626_Parent">
    <vt:lpwstr>7de70ee2-0cb4-4d60-aee5-75ef2c4c8a90</vt:lpwstr>
  </property>
  <property fmtid="{D5CDD505-2E9C-101B-9397-08002B2CF9AE}" pid="22" name="MSIP_Label_da6fab74-d5af-4af7-a9a4-78d84655a626_Extended_MSFT_Method">
    <vt:lpwstr>Manual</vt:lpwstr>
  </property>
  <property fmtid="{D5CDD505-2E9C-101B-9397-08002B2CF9AE}" pid="23" name="aiplabel">
    <vt:lpwstr>Internal Use Visual Marking</vt:lpwstr>
  </property>
</Properties>
</file>